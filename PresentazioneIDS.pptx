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diagrams/data1.xml" ContentType="application/vnd.openxmlformats-officedocument.drawingml.diagramData+xml"/>
  <Override PartName="/ppt/diagrams/layout1.xml" ContentType="application/vnd.openxmlformats-officedocument.drawingml.diagramLayout+xml"/>
  <Override PartName="/ppt/diagrams/quickStyle1.xml" ContentType="application/vnd.openxmlformats-officedocument.drawingml.diagramStyle+xml"/>
  <Override PartName="/ppt/diagrams/colors1.xml" ContentType="application/vnd.openxmlformats-officedocument.drawingml.diagramColors+xml"/>
  <Override PartName="/ppt/diagrams/drawing1.xml" ContentType="application/vnd.ms-office.drawingml.diagramDrawing+xml"/>
  <Override PartName="/ppt/diagrams/data2.xml" ContentType="application/vnd.openxmlformats-officedocument.drawingml.diagramData+xml"/>
  <Override PartName="/ppt/diagrams/layout2.xml" ContentType="application/vnd.openxmlformats-officedocument.drawingml.diagramLayout+xml"/>
  <Override PartName="/ppt/diagrams/quickStyle2.xml" ContentType="application/vnd.openxmlformats-officedocument.drawingml.diagramStyle+xml"/>
  <Override PartName="/ppt/diagrams/colors2.xml" ContentType="application/vnd.openxmlformats-officedocument.drawingml.diagramColors+xml"/>
  <Override PartName="/ppt/diagrams/drawing2.xml" ContentType="application/vnd.ms-office.drawingml.diagramDrawing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13"/>
  </p:notesMasterIdLst>
  <p:sldIdLst>
    <p:sldId id="265" r:id="rId2"/>
    <p:sldId id="266" r:id="rId3"/>
    <p:sldId id="259" r:id="rId4"/>
    <p:sldId id="261" r:id="rId5"/>
    <p:sldId id="262" r:id="rId6"/>
    <p:sldId id="263" r:id="rId7"/>
    <p:sldId id="267" r:id="rId8"/>
    <p:sldId id="268" r:id="rId9"/>
    <p:sldId id="270" r:id="rId10"/>
    <p:sldId id="271" r:id="rId11"/>
    <p:sldId id="272" r:id="rId12"/>
  </p:sldIdLst>
  <p:sldSz cx="12192000" cy="6858000"/>
  <p:notesSz cx="6858000" cy="9144000"/>
  <p:defaultTextStyle>
    <a:defPPr>
      <a:defRPr lang="it-IT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31275DDF-08D2-9C58-9ECB-2FEF42C3CB26}" v="1" dt="2023-07-17T07:39:55.348"/>
    <p1510:client id="{A88E6143-B678-4048-8754-B9CA894EFB8F}" v="566" dt="2023-07-16T15:22:34.531"/>
    <p1510:client id="{A9492811-72C3-3411-89E0-0F0A97613DD8}" v="479" dt="2023-07-16T22:26:41.143"/>
    <p1510:client id="{B5C310DB-5CCB-5877-6251-A167092D9764}" v="665" dt="2023-07-16T16:10:08.403"/>
    <p1510:client id="{B991E3B6-4294-8D61-9CCC-921EB4CEB64B}" v="728" dt="2023-07-16T14:47:21.610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slideViewPr>
    <p:cSldViewPr snapToGrid="0">
      <p:cViewPr varScale="1">
        <p:scale>
          <a:sx n="66" d="100"/>
          <a:sy n="66" d="100"/>
        </p:scale>
        <p:origin x="0" y="0"/>
      </p:cViewPr>
      <p:guideLst/>
    </p:cSldViewPr>
  </p:slide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notesMaster" Target="notesMasters/notesMaster1.xml"/><Relationship Id="rId18" Type="http://schemas.microsoft.com/office/2015/10/relationships/revisionInfo" Target="revisionInfo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viewProps" Target="view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presProps" Target="presProps.xml"/></Relationships>
</file>

<file path=ppt/diagrams/_rels/data1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4.svg"/><Relationship Id="rId1" Type="http://schemas.openxmlformats.org/officeDocument/2006/relationships/image" Target="../media/image3.png"/></Relationships>
</file>

<file path=ppt/diagrams/_rels/data2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4.svg"/><Relationship Id="rId1" Type="http://schemas.openxmlformats.org/officeDocument/2006/relationships/image" Target="../media/image3.png"/><Relationship Id="rId4" Type="http://schemas.openxmlformats.org/officeDocument/2006/relationships/image" Target="../media/image9.svg"/></Relationships>
</file>

<file path=ppt/diagrams/_rels/drawing1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4.svg"/><Relationship Id="rId1" Type="http://schemas.openxmlformats.org/officeDocument/2006/relationships/image" Target="../media/image3.png"/></Relationships>
</file>

<file path=ppt/diagrams/_rels/drawing2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4.svg"/><Relationship Id="rId1" Type="http://schemas.openxmlformats.org/officeDocument/2006/relationships/image" Target="../media/image3.png"/><Relationship Id="rId4" Type="http://schemas.openxmlformats.org/officeDocument/2006/relationships/image" Target="../media/image9.svg"/></Relationships>
</file>

<file path=ppt/diagrams/colors1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2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data1.xml><?xml version="1.0" encoding="utf-8"?>
<dgm:dataModel xmlns:dgm="http://schemas.openxmlformats.org/drawingml/2006/diagram" xmlns:a="http://schemas.openxmlformats.org/drawingml/2006/main">
  <dgm:ptLst>
    <dgm:pt modelId="{F6B3B100-C980-4F0C-AF65-D99C0F904528}" type="doc">
      <dgm:prSet loTypeId="urn:microsoft.com/office/officeart/2018/5/layout/IconCircleLabelList" loCatId="icon" qsTypeId="urn:microsoft.com/office/officeart/2005/8/quickstyle/simple1" qsCatId="simple" csTypeId="urn:microsoft.com/office/officeart/2005/8/colors/accent1_2" csCatId="accent1" phldr="1"/>
      <dgm:spPr/>
      <dgm:t>
        <a:bodyPr/>
        <a:lstStyle/>
        <a:p>
          <a:endParaRPr lang="en-US"/>
        </a:p>
      </dgm:t>
    </dgm:pt>
    <dgm:pt modelId="{05836A51-733B-4D64-B150-3EF7B353D30C}">
      <dgm:prSet custT="1"/>
      <dgm:spPr/>
      <dgm:t>
        <a:bodyPr/>
        <a:lstStyle/>
        <a:p>
          <a:pPr>
            <a:lnSpc>
              <a:spcPct val="100000"/>
            </a:lnSpc>
            <a:defRPr cap="all"/>
          </a:pPr>
          <a:r>
            <a:rPr lang="en-US" sz="1800"/>
            <a:t>BACKEND</a:t>
          </a:r>
        </a:p>
      </dgm:t>
    </dgm:pt>
    <dgm:pt modelId="{EE3A56CE-B0B9-4D7A-9A40-95CDC4AB6A33}" type="parTrans" cxnId="{6623901F-2152-4947-8566-47510F86A7A7}">
      <dgm:prSet/>
      <dgm:spPr/>
      <dgm:t>
        <a:bodyPr/>
        <a:lstStyle/>
        <a:p>
          <a:endParaRPr lang="en-US"/>
        </a:p>
      </dgm:t>
    </dgm:pt>
    <dgm:pt modelId="{C1E83AE4-BF0B-4DB5-ABEA-07EC7399CF5F}" type="sibTrans" cxnId="{6623901F-2152-4947-8566-47510F86A7A7}">
      <dgm:prSet/>
      <dgm:spPr/>
      <dgm:t>
        <a:bodyPr/>
        <a:lstStyle/>
        <a:p>
          <a:endParaRPr lang="en-US"/>
        </a:p>
      </dgm:t>
    </dgm:pt>
    <dgm:pt modelId="{28905072-0EF9-494F-9144-2971978B1B43}">
      <dgm:prSet custT="1"/>
      <dgm:spPr/>
      <dgm:t>
        <a:bodyPr/>
        <a:lstStyle/>
        <a:p>
          <a:pPr>
            <a:lnSpc>
              <a:spcPct val="100000"/>
            </a:lnSpc>
            <a:defRPr cap="all"/>
          </a:pPr>
          <a:r>
            <a:rPr lang="it-IT" sz="1800"/>
            <a:t>fRONTEND</a:t>
          </a:r>
          <a:endParaRPr lang="en-US" sz="1800"/>
        </a:p>
      </dgm:t>
    </dgm:pt>
    <dgm:pt modelId="{9857C2DD-AD60-4357-8642-56BE9C9E50EF}" type="parTrans" cxnId="{6396F209-6B75-4DBB-8D7B-96FBF8451B1D}">
      <dgm:prSet/>
      <dgm:spPr/>
      <dgm:t>
        <a:bodyPr/>
        <a:lstStyle/>
        <a:p>
          <a:endParaRPr lang="en-US"/>
        </a:p>
      </dgm:t>
    </dgm:pt>
    <dgm:pt modelId="{9FAA478C-6968-4C33-BF39-C6ABA0440237}" type="sibTrans" cxnId="{6396F209-6B75-4DBB-8D7B-96FBF8451B1D}">
      <dgm:prSet/>
      <dgm:spPr/>
      <dgm:t>
        <a:bodyPr/>
        <a:lstStyle/>
        <a:p>
          <a:endParaRPr lang="en-US"/>
        </a:p>
      </dgm:t>
    </dgm:pt>
    <dgm:pt modelId="{246A514F-30A5-445D-AD1D-A03849A35253}" type="pres">
      <dgm:prSet presAssocID="{F6B3B100-C980-4F0C-AF65-D99C0F904528}" presName="root" presStyleCnt="0">
        <dgm:presLayoutVars>
          <dgm:dir/>
          <dgm:resizeHandles val="exact"/>
        </dgm:presLayoutVars>
      </dgm:prSet>
      <dgm:spPr/>
    </dgm:pt>
    <dgm:pt modelId="{0BFB2FB5-8F5F-466A-80B4-22A5F3D5432D}" type="pres">
      <dgm:prSet presAssocID="{05836A51-733B-4D64-B150-3EF7B353D30C}" presName="compNode" presStyleCnt="0"/>
      <dgm:spPr/>
    </dgm:pt>
    <dgm:pt modelId="{173FE32F-5829-495F-9FD6-5EA6DF264AFB}" type="pres">
      <dgm:prSet presAssocID="{05836A51-733B-4D64-B150-3EF7B353D30C}" presName="iconBgRect" presStyleLbl="bgShp" presStyleIdx="0" presStyleCnt="2"/>
      <dgm:spPr/>
    </dgm:pt>
    <dgm:pt modelId="{3E261CF3-E595-4987-B137-3801DB1E1EB0}" type="pres">
      <dgm:prSet presAssocID="{05836A51-733B-4D64-B150-3EF7B353D30C}" presName="iconRect" presStyleLbl="node1" presStyleIdx="0" presStyleCnt="2"/>
      <dgm:spPr>
        <a:blipFill>
          <a:blip xmlns:r="http://schemas.openxmlformats.org/officeDocument/2006/relationships"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</dgm:spPr>
      <dgm:extLst>
        <a:ext uri="{E40237B7-FDA0-4F09-8148-C483321AD2D9}">
          <dgm14:cNvPr xmlns:dgm14="http://schemas.microsoft.com/office/drawing/2010/diagram" id="0" name="" descr="Database"/>
        </a:ext>
      </dgm:extLst>
    </dgm:pt>
    <dgm:pt modelId="{E8C4F7A3-44B9-452B-ABF5-FDAF70E33232}" type="pres">
      <dgm:prSet presAssocID="{05836A51-733B-4D64-B150-3EF7B353D30C}" presName="spaceRect" presStyleCnt="0"/>
      <dgm:spPr/>
    </dgm:pt>
    <dgm:pt modelId="{BD14574F-EC91-4775-ACC7-F3959C8CA85F}" type="pres">
      <dgm:prSet presAssocID="{05836A51-733B-4D64-B150-3EF7B353D30C}" presName="textRect" presStyleLbl="revTx" presStyleIdx="0" presStyleCnt="2">
        <dgm:presLayoutVars>
          <dgm:chMax val="1"/>
          <dgm:chPref val="1"/>
        </dgm:presLayoutVars>
      </dgm:prSet>
      <dgm:spPr/>
    </dgm:pt>
    <dgm:pt modelId="{1CF65B71-F141-4B67-AAB5-E0275EDDB725}" type="pres">
      <dgm:prSet presAssocID="{C1E83AE4-BF0B-4DB5-ABEA-07EC7399CF5F}" presName="sibTrans" presStyleCnt="0"/>
      <dgm:spPr/>
    </dgm:pt>
    <dgm:pt modelId="{A0EF81F4-799F-4065-9BB3-637BF983E909}" type="pres">
      <dgm:prSet presAssocID="{28905072-0EF9-494F-9144-2971978B1B43}" presName="compNode" presStyleCnt="0"/>
      <dgm:spPr/>
    </dgm:pt>
    <dgm:pt modelId="{C8AA191E-6D9F-4E25-AF2C-5D3DC674AEC9}" type="pres">
      <dgm:prSet presAssocID="{28905072-0EF9-494F-9144-2971978B1B43}" presName="iconBgRect" presStyleLbl="bgShp" presStyleIdx="1" presStyleCnt="2"/>
      <dgm:spPr/>
    </dgm:pt>
    <dgm:pt modelId="{C62D5F69-9A5B-4AF3-9B8F-F4D7F4F3A3DD}" type="pres">
      <dgm:prSet presAssocID="{28905072-0EF9-494F-9144-2971978B1B43}" presName="iconRect" presStyleLbl="node1" presStyleIdx="1" presStyleCnt="2"/>
      <dgm:spPr>
        <a:blipFill rotWithShape="1">
          <a:blip xmlns:r="http://schemas.openxmlformats.org/officeDocument/2006/relationships" r:embed="rId3"/>
          <a:srcRect/>
          <a:stretch>
            <a:fillRect l="-7000" r="-7000"/>
          </a:stretch>
        </a:blipFill>
      </dgm:spPr>
      <dgm:extLst>
        <a:ext uri="{E40237B7-FDA0-4F09-8148-C483321AD2D9}">
          <dgm14:cNvPr xmlns:dgm14="http://schemas.microsoft.com/office/drawing/2010/diagram" id="0" name="" descr="Torcia"/>
        </a:ext>
      </dgm:extLst>
    </dgm:pt>
    <dgm:pt modelId="{9D4D262C-5CC2-46BD-9249-EDDD99A5FF3A}" type="pres">
      <dgm:prSet presAssocID="{28905072-0EF9-494F-9144-2971978B1B43}" presName="spaceRect" presStyleCnt="0"/>
      <dgm:spPr/>
    </dgm:pt>
    <dgm:pt modelId="{28ED1489-8AFC-4A77-9AEC-B5B2B7E0B41D}" type="pres">
      <dgm:prSet presAssocID="{28905072-0EF9-494F-9144-2971978B1B43}" presName="textRect" presStyleLbl="revTx" presStyleIdx="1" presStyleCnt="2">
        <dgm:presLayoutVars>
          <dgm:chMax val="1"/>
          <dgm:chPref val="1"/>
        </dgm:presLayoutVars>
      </dgm:prSet>
      <dgm:spPr/>
    </dgm:pt>
  </dgm:ptLst>
  <dgm:cxnLst>
    <dgm:cxn modelId="{6396F209-6B75-4DBB-8D7B-96FBF8451B1D}" srcId="{F6B3B100-C980-4F0C-AF65-D99C0F904528}" destId="{28905072-0EF9-494F-9144-2971978B1B43}" srcOrd="1" destOrd="0" parTransId="{9857C2DD-AD60-4357-8642-56BE9C9E50EF}" sibTransId="{9FAA478C-6968-4C33-BF39-C6ABA0440237}"/>
    <dgm:cxn modelId="{6623901F-2152-4947-8566-47510F86A7A7}" srcId="{F6B3B100-C980-4F0C-AF65-D99C0F904528}" destId="{05836A51-733B-4D64-B150-3EF7B353D30C}" srcOrd="0" destOrd="0" parTransId="{EE3A56CE-B0B9-4D7A-9A40-95CDC4AB6A33}" sibTransId="{C1E83AE4-BF0B-4DB5-ABEA-07EC7399CF5F}"/>
    <dgm:cxn modelId="{0B26F61F-4BFA-49FB-91D2-878010B63187}" type="presOf" srcId="{F6B3B100-C980-4F0C-AF65-D99C0F904528}" destId="{246A514F-30A5-445D-AD1D-A03849A35253}" srcOrd="0" destOrd="0" presId="urn:microsoft.com/office/officeart/2018/5/layout/IconCircleLabelList"/>
    <dgm:cxn modelId="{C56DAD3F-AC72-40EA-BB6F-80418CBBCE5B}" type="presOf" srcId="{05836A51-733B-4D64-B150-3EF7B353D30C}" destId="{BD14574F-EC91-4775-ACC7-F3959C8CA85F}" srcOrd="0" destOrd="0" presId="urn:microsoft.com/office/officeart/2018/5/layout/IconCircleLabelList"/>
    <dgm:cxn modelId="{C4F674F3-E991-4833-87BB-6663F421D548}" type="presOf" srcId="{28905072-0EF9-494F-9144-2971978B1B43}" destId="{28ED1489-8AFC-4A77-9AEC-B5B2B7E0B41D}" srcOrd="0" destOrd="0" presId="urn:microsoft.com/office/officeart/2018/5/layout/IconCircleLabelList"/>
    <dgm:cxn modelId="{99CD2607-E021-4DDF-9D03-4188C27E7D53}" type="presParOf" srcId="{246A514F-30A5-445D-AD1D-A03849A35253}" destId="{0BFB2FB5-8F5F-466A-80B4-22A5F3D5432D}" srcOrd="0" destOrd="0" presId="urn:microsoft.com/office/officeart/2018/5/layout/IconCircleLabelList"/>
    <dgm:cxn modelId="{D59295F6-C3E2-42CE-9D1C-4D8964730419}" type="presParOf" srcId="{0BFB2FB5-8F5F-466A-80B4-22A5F3D5432D}" destId="{173FE32F-5829-495F-9FD6-5EA6DF264AFB}" srcOrd="0" destOrd="0" presId="urn:microsoft.com/office/officeart/2018/5/layout/IconCircleLabelList"/>
    <dgm:cxn modelId="{33785AB9-CF02-488E-A9C7-02489B5D28CC}" type="presParOf" srcId="{0BFB2FB5-8F5F-466A-80B4-22A5F3D5432D}" destId="{3E261CF3-E595-4987-B137-3801DB1E1EB0}" srcOrd="1" destOrd="0" presId="urn:microsoft.com/office/officeart/2018/5/layout/IconCircleLabelList"/>
    <dgm:cxn modelId="{8D545F4C-1936-4C56-916E-3728CDE831A3}" type="presParOf" srcId="{0BFB2FB5-8F5F-466A-80B4-22A5F3D5432D}" destId="{E8C4F7A3-44B9-452B-ABF5-FDAF70E33232}" srcOrd="2" destOrd="0" presId="urn:microsoft.com/office/officeart/2018/5/layout/IconCircleLabelList"/>
    <dgm:cxn modelId="{E03ACC5E-F4C7-417C-A4C7-065B05533DF8}" type="presParOf" srcId="{0BFB2FB5-8F5F-466A-80B4-22A5F3D5432D}" destId="{BD14574F-EC91-4775-ACC7-F3959C8CA85F}" srcOrd="3" destOrd="0" presId="urn:microsoft.com/office/officeart/2018/5/layout/IconCircleLabelList"/>
    <dgm:cxn modelId="{75F9942F-ECF9-4CE2-9C2C-CEAFB4481659}" type="presParOf" srcId="{246A514F-30A5-445D-AD1D-A03849A35253}" destId="{1CF65B71-F141-4B67-AAB5-E0275EDDB725}" srcOrd="1" destOrd="0" presId="urn:microsoft.com/office/officeart/2018/5/layout/IconCircleLabelList"/>
    <dgm:cxn modelId="{3AB20D18-ADF9-400D-BC5E-AE3803FA4A8F}" type="presParOf" srcId="{246A514F-30A5-445D-AD1D-A03849A35253}" destId="{A0EF81F4-799F-4065-9BB3-637BF983E909}" srcOrd="2" destOrd="0" presId="urn:microsoft.com/office/officeart/2018/5/layout/IconCircleLabelList"/>
    <dgm:cxn modelId="{28A85932-DF02-40DC-AB8F-E0F38A7EE75D}" type="presParOf" srcId="{A0EF81F4-799F-4065-9BB3-637BF983E909}" destId="{C8AA191E-6D9F-4E25-AF2C-5D3DC674AEC9}" srcOrd="0" destOrd="0" presId="urn:microsoft.com/office/officeart/2018/5/layout/IconCircleLabelList"/>
    <dgm:cxn modelId="{3F747326-FA1F-423A-8686-9E3D30BB86AF}" type="presParOf" srcId="{A0EF81F4-799F-4065-9BB3-637BF983E909}" destId="{C62D5F69-9A5B-4AF3-9B8F-F4D7F4F3A3DD}" srcOrd="1" destOrd="0" presId="urn:microsoft.com/office/officeart/2018/5/layout/IconCircleLabelList"/>
    <dgm:cxn modelId="{9AB7E52F-6B42-4722-AAF4-101D4F797685}" type="presParOf" srcId="{A0EF81F4-799F-4065-9BB3-637BF983E909}" destId="{9D4D262C-5CC2-46BD-9249-EDDD99A5FF3A}" srcOrd="2" destOrd="0" presId="urn:microsoft.com/office/officeart/2018/5/layout/IconCircleLabelList"/>
    <dgm:cxn modelId="{F7C5012A-B3B9-4A38-8423-839D68A9D525}" type="presParOf" srcId="{A0EF81F4-799F-4065-9BB3-637BF983E909}" destId="{28ED1489-8AFC-4A77-9AEC-B5B2B7E0B41D}" srcOrd="3" destOrd="0" presId="urn:microsoft.com/office/officeart/2018/5/layout/IconCircleLabelList"/>
  </dgm:cxnLst>
  <dgm:bg/>
  <dgm:whole/>
  <dgm:extLst>
    <a:ext uri="http://schemas.microsoft.com/office/drawing/2008/diagram">
      <dsp:dataModelExt xmlns:dsp="http://schemas.microsoft.com/office/drawing/2008/diagram" relId="rId7" minVer="http://schemas.openxmlformats.org/drawingml/2006/diagram"/>
    </a:ext>
  </dgm:extLst>
</dgm:dataModel>
</file>

<file path=ppt/diagrams/data2.xml><?xml version="1.0" encoding="utf-8"?>
<dgm:dataModel xmlns:dgm="http://schemas.openxmlformats.org/drawingml/2006/diagram" xmlns:a="http://schemas.openxmlformats.org/drawingml/2006/main">
  <dgm:ptLst>
    <dgm:pt modelId="{F6B3B100-C980-4F0C-AF65-D99C0F904528}" type="doc">
      <dgm:prSet loTypeId="urn:microsoft.com/office/officeart/2018/5/layout/IconCircleLabelList" loCatId="icon" qsTypeId="urn:microsoft.com/office/officeart/2005/8/quickstyle/simple1" qsCatId="simple" csTypeId="urn:microsoft.com/office/officeart/2005/8/colors/accent1_2" csCatId="accent1" phldr="1"/>
      <dgm:spPr/>
      <dgm:t>
        <a:bodyPr/>
        <a:lstStyle/>
        <a:p>
          <a:endParaRPr lang="en-US"/>
        </a:p>
      </dgm:t>
    </dgm:pt>
    <dgm:pt modelId="{05836A51-733B-4D64-B150-3EF7B353D30C}">
      <dgm:prSet/>
      <dgm:spPr/>
      <dgm:t>
        <a:bodyPr/>
        <a:lstStyle/>
        <a:p>
          <a:pPr>
            <a:lnSpc>
              <a:spcPct val="100000"/>
            </a:lnSpc>
            <a:defRPr cap="all"/>
          </a:pPr>
          <a:r>
            <a:rPr lang="it-IT"/>
            <a:t>DBMS relazionale installato su un server dedicato</a:t>
          </a:r>
          <a:endParaRPr lang="en-US"/>
        </a:p>
      </dgm:t>
    </dgm:pt>
    <dgm:pt modelId="{EE3A56CE-B0B9-4D7A-9A40-95CDC4AB6A33}" type="parTrans" cxnId="{6623901F-2152-4947-8566-47510F86A7A7}">
      <dgm:prSet/>
      <dgm:spPr/>
      <dgm:t>
        <a:bodyPr/>
        <a:lstStyle/>
        <a:p>
          <a:endParaRPr lang="en-US"/>
        </a:p>
      </dgm:t>
    </dgm:pt>
    <dgm:pt modelId="{C1E83AE4-BF0B-4DB5-ABEA-07EC7399CF5F}" type="sibTrans" cxnId="{6623901F-2152-4947-8566-47510F86A7A7}">
      <dgm:prSet/>
      <dgm:spPr/>
      <dgm:t>
        <a:bodyPr/>
        <a:lstStyle/>
        <a:p>
          <a:endParaRPr lang="en-US"/>
        </a:p>
      </dgm:t>
    </dgm:pt>
    <dgm:pt modelId="{28905072-0EF9-494F-9144-2971978B1B43}">
      <dgm:prSet/>
      <dgm:spPr/>
      <dgm:t>
        <a:bodyPr/>
        <a:lstStyle/>
        <a:p>
          <a:pPr>
            <a:lnSpc>
              <a:spcPct val="100000"/>
            </a:lnSpc>
            <a:defRPr cap="all"/>
          </a:pPr>
          <a:r>
            <a:rPr lang="it-IT" err="1"/>
            <a:t>Hibernate</a:t>
          </a:r>
          <a:endParaRPr lang="en-US"/>
        </a:p>
      </dgm:t>
    </dgm:pt>
    <dgm:pt modelId="{9857C2DD-AD60-4357-8642-56BE9C9E50EF}" type="parTrans" cxnId="{6396F209-6B75-4DBB-8D7B-96FBF8451B1D}">
      <dgm:prSet/>
      <dgm:spPr/>
      <dgm:t>
        <a:bodyPr/>
        <a:lstStyle/>
        <a:p>
          <a:endParaRPr lang="en-US"/>
        </a:p>
      </dgm:t>
    </dgm:pt>
    <dgm:pt modelId="{9FAA478C-6968-4C33-BF39-C6ABA0440237}" type="sibTrans" cxnId="{6396F209-6B75-4DBB-8D7B-96FBF8451B1D}">
      <dgm:prSet/>
      <dgm:spPr/>
      <dgm:t>
        <a:bodyPr/>
        <a:lstStyle/>
        <a:p>
          <a:endParaRPr lang="en-US"/>
        </a:p>
      </dgm:t>
    </dgm:pt>
    <dgm:pt modelId="{246A514F-30A5-445D-AD1D-A03849A35253}" type="pres">
      <dgm:prSet presAssocID="{F6B3B100-C980-4F0C-AF65-D99C0F904528}" presName="root" presStyleCnt="0">
        <dgm:presLayoutVars>
          <dgm:dir/>
          <dgm:resizeHandles val="exact"/>
        </dgm:presLayoutVars>
      </dgm:prSet>
      <dgm:spPr/>
    </dgm:pt>
    <dgm:pt modelId="{0BFB2FB5-8F5F-466A-80B4-22A5F3D5432D}" type="pres">
      <dgm:prSet presAssocID="{05836A51-733B-4D64-B150-3EF7B353D30C}" presName="compNode" presStyleCnt="0"/>
      <dgm:spPr/>
    </dgm:pt>
    <dgm:pt modelId="{173FE32F-5829-495F-9FD6-5EA6DF264AFB}" type="pres">
      <dgm:prSet presAssocID="{05836A51-733B-4D64-B150-3EF7B353D30C}" presName="iconBgRect" presStyleLbl="bgShp" presStyleIdx="0" presStyleCnt="2"/>
      <dgm:spPr/>
    </dgm:pt>
    <dgm:pt modelId="{3E261CF3-E595-4987-B137-3801DB1E1EB0}" type="pres">
      <dgm:prSet presAssocID="{05836A51-733B-4D64-B150-3EF7B353D30C}" presName="iconRect" presStyleLbl="node1" presStyleIdx="0" presStyleCnt="2"/>
      <dgm:spPr>
        <a:blipFill>
          <a:blip xmlns:r="http://schemas.openxmlformats.org/officeDocument/2006/relationships"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</dgm:spPr>
      <dgm:extLst>
        <a:ext uri="{E40237B7-FDA0-4F09-8148-C483321AD2D9}">
          <dgm14:cNvPr xmlns:dgm14="http://schemas.microsoft.com/office/drawing/2010/diagram" id="0" name="" descr="Database"/>
        </a:ext>
      </dgm:extLst>
    </dgm:pt>
    <dgm:pt modelId="{E8C4F7A3-44B9-452B-ABF5-FDAF70E33232}" type="pres">
      <dgm:prSet presAssocID="{05836A51-733B-4D64-B150-3EF7B353D30C}" presName="spaceRect" presStyleCnt="0"/>
      <dgm:spPr/>
    </dgm:pt>
    <dgm:pt modelId="{BD14574F-EC91-4775-ACC7-F3959C8CA85F}" type="pres">
      <dgm:prSet presAssocID="{05836A51-733B-4D64-B150-3EF7B353D30C}" presName="textRect" presStyleLbl="revTx" presStyleIdx="0" presStyleCnt="2">
        <dgm:presLayoutVars>
          <dgm:chMax val="1"/>
          <dgm:chPref val="1"/>
        </dgm:presLayoutVars>
      </dgm:prSet>
      <dgm:spPr/>
    </dgm:pt>
    <dgm:pt modelId="{1CF65B71-F141-4B67-AAB5-E0275EDDB725}" type="pres">
      <dgm:prSet presAssocID="{C1E83AE4-BF0B-4DB5-ABEA-07EC7399CF5F}" presName="sibTrans" presStyleCnt="0"/>
      <dgm:spPr/>
    </dgm:pt>
    <dgm:pt modelId="{A0EF81F4-799F-4065-9BB3-637BF983E909}" type="pres">
      <dgm:prSet presAssocID="{28905072-0EF9-494F-9144-2971978B1B43}" presName="compNode" presStyleCnt="0"/>
      <dgm:spPr/>
    </dgm:pt>
    <dgm:pt modelId="{C8AA191E-6D9F-4E25-AF2C-5D3DC674AEC9}" type="pres">
      <dgm:prSet presAssocID="{28905072-0EF9-494F-9144-2971978B1B43}" presName="iconBgRect" presStyleLbl="bgShp" presStyleIdx="1" presStyleCnt="2" custLinFactNeighborX="-5334" custLinFactNeighborY="184"/>
      <dgm:spPr/>
    </dgm:pt>
    <dgm:pt modelId="{C62D5F69-9A5B-4AF3-9B8F-F4D7F4F3A3DD}" type="pres">
      <dgm:prSet presAssocID="{28905072-0EF9-494F-9144-2971978B1B43}" presName="iconRect" presStyleLbl="node1" presStyleIdx="1" presStyleCnt="2" custLinFactNeighborX="-8824" custLinFactNeighborY="-219"/>
      <dgm:spPr>
        <a:blipFill>
          <a:blip xmlns:r="http://schemas.openxmlformats.org/officeDocument/2006/relationships"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</dgm:spPr>
      <dgm:extLst>
        <a:ext uri="{E40237B7-FDA0-4F09-8148-C483321AD2D9}">
          <dgm14:cNvPr xmlns:dgm14="http://schemas.microsoft.com/office/drawing/2010/diagram" id="0" name="" descr="Torcia"/>
        </a:ext>
      </dgm:extLst>
    </dgm:pt>
    <dgm:pt modelId="{9D4D262C-5CC2-46BD-9249-EDDD99A5FF3A}" type="pres">
      <dgm:prSet presAssocID="{28905072-0EF9-494F-9144-2971978B1B43}" presName="spaceRect" presStyleCnt="0"/>
      <dgm:spPr/>
    </dgm:pt>
    <dgm:pt modelId="{28ED1489-8AFC-4A77-9AEC-B5B2B7E0B41D}" type="pres">
      <dgm:prSet presAssocID="{28905072-0EF9-494F-9144-2971978B1B43}" presName="textRect" presStyleLbl="revTx" presStyleIdx="1" presStyleCnt="2" custLinFactNeighborX="-7668" custLinFactNeighborY="1348">
        <dgm:presLayoutVars>
          <dgm:chMax val="1"/>
          <dgm:chPref val="1"/>
        </dgm:presLayoutVars>
      </dgm:prSet>
      <dgm:spPr/>
    </dgm:pt>
  </dgm:ptLst>
  <dgm:cxnLst>
    <dgm:cxn modelId="{6396F209-6B75-4DBB-8D7B-96FBF8451B1D}" srcId="{F6B3B100-C980-4F0C-AF65-D99C0F904528}" destId="{28905072-0EF9-494F-9144-2971978B1B43}" srcOrd="1" destOrd="0" parTransId="{9857C2DD-AD60-4357-8642-56BE9C9E50EF}" sibTransId="{9FAA478C-6968-4C33-BF39-C6ABA0440237}"/>
    <dgm:cxn modelId="{6623901F-2152-4947-8566-47510F86A7A7}" srcId="{F6B3B100-C980-4F0C-AF65-D99C0F904528}" destId="{05836A51-733B-4D64-B150-3EF7B353D30C}" srcOrd="0" destOrd="0" parTransId="{EE3A56CE-B0B9-4D7A-9A40-95CDC4AB6A33}" sibTransId="{C1E83AE4-BF0B-4DB5-ABEA-07EC7399CF5F}"/>
    <dgm:cxn modelId="{0B26F61F-4BFA-49FB-91D2-878010B63187}" type="presOf" srcId="{F6B3B100-C980-4F0C-AF65-D99C0F904528}" destId="{246A514F-30A5-445D-AD1D-A03849A35253}" srcOrd="0" destOrd="0" presId="urn:microsoft.com/office/officeart/2018/5/layout/IconCircleLabelList"/>
    <dgm:cxn modelId="{C56DAD3F-AC72-40EA-BB6F-80418CBBCE5B}" type="presOf" srcId="{05836A51-733B-4D64-B150-3EF7B353D30C}" destId="{BD14574F-EC91-4775-ACC7-F3959C8CA85F}" srcOrd="0" destOrd="0" presId="urn:microsoft.com/office/officeart/2018/5/layout/IconCircleLabelList"/>
    <dgm:cxn modelId="{C4F674F3-E991-4833-87BB-6663F421D548}" type="presOf" srcId="{28905072-0EF9-494F-9144-2971978B1B43}" destId="{28ED1489-8AFC-4A77-9AEC-B5B2B7E0B41D}" srcOrd="0" destOrd="0" presId="urn:microsoft.com/office/officeart/2018/5/layout/IconCircleLabelList"/>
    <dgm:cxn modelId="{99CD2607-E021-4DDF-9D03-4188C27E7D53}" type="presParOf" srcId="{246A514F-30A5-445D-AD1D-A03849A35253}" destId="{0BFB2FB5-8F5F-466A-80B4-22A5F3D5432D}" srcOrd="0" destOrd="0" presId="urn:microsoft.com/office/officeart/2018/5/layout/IconCircleLabelList"/>
    <dgm:cxn modelId="{D59295F6-C3E2-42CE-9D1C-4D8964730419}" type="presParOf" srcId="{0BFB2FB5-8F5F-466A-80B4-22A5F3D5432D}" destId="{173FE32F-5829-495F-9FD6-5EA6DF264AFB}" srcOrd="0" destOrd="0" presId="urn:microsoft.com/office/officeart/2018/5/layout/IconCircleLabelList"/>
    <dgm:cxn modelId="{33785AB9-CF02-488E-A9C7-02489B5D28CC}" type="presParOf" srcId="{0BFB2FB5-8F5F-466A-80B4-22A5F3D5432D}" destId="{3E261CF3-E595-4987-B137-3801DB1E1EB0}" srcOrd="1" destOrd="0" presId="urn:microsoft.com/office/officeart/2018/5/layout/IconCircleLabelList"/>
    <dgm:cxn modelId="{8D545F4C-1936-4C56-916E-3728CDE831A3}" type="presParOf" srcId="{0BFB2FB5-8F5F-466A-80B4-22A5F3D5432D}" destId="{E8C4F7A3-44B9-452B-ABF5-FDAF70E33232}" srcOrd="2" destOrd="0" presId="urn:microsoft.com/office/officeart/2018/5/layout/IconCircleLabelList"/>
    <dgm:cxn modelId="{E03ACC5E-F4C7-417C-A4C7-065B05533DF8}" type="presParOf" srcId="{0BFB2FB5-8F5F-466A-80B4-22A5F3D5432D}" destId="{BD14574F-EC91-4775-ACC7-F3959C8CA85F}" srcOrd="3" destOrd="0" presId="urn:microsoft.com/office/officeart/2018/5/layout/IconCircleLabelList"/>
    <dgm:cxn modelId="{75F9942F-ECF9-4CE2-9C2C-CEAFB4481659}" type="presParOf" srcId="{246A514F-30A5-445D-AD1D-A03849A35253}" destId="{1CF65B71-F141-4B67-AAB5-E0275EDDB725}" srcOrd="1" destOrd="0" presId="urn:microsoft.com/office/officeart/2018/5/layout/IconCircleLabelList"/>
    <dgm:cxn modelId="{3AB20D18-ADF9-400D-BC5E-AE3803FA4A8F}" type="presParOf" srcId="{246A514F-30A5-445D-AD1D-A03849A35253}" destId="{A0EF81F4-799F-4065-9BB3-637BF983E909}" srcOrd="2" destOrd="0" presId="urn:microsoft.com/office/officeart/2018/5/layout/IconCircleLabelList"/>
    <dgm:cxn modelId="{28A85932-DF02-40DC-AB8F-E0F38A7EE75D}" type="presParOf" srcId="{A0EF81F4-799F-4065-9BB3-637BF983E909}" destId="{C8AA191E-6D9F-4E25-AF2C-5D3DC674AEC9}" srcOrd="0" destOrd="0" presId="urn:microsoft.com/office/officeart/2018/5/layout/IconCircleLabelList"/>
    <dgm:cxn modelId="{3F747326-FA1F-423A-8686-9E3D30BB86AF}" type="presParOf" srcId="{A0EF81F4-799F-4065-9BB3-637BF983E909}" destId="{C62D5F69-9A5B-4AF3-9B8F-F4D7F4F3A3DD}" srcOrd="1" destOrd="0" presId="urn:microsoft.com/office/officeart/2018/5/layout/IconCircleLabelList"/>
    <dgm:cxn modelId="{9AB7E52F-6B42-4722-AAF4-101D4F797685}" type="presParOf" srcId="{A0EF81F4-799F-4065-9BB3-637BF983E909}" destId="{9D4D262C-5CC2-46BD-9249-EDDD99A5FF3A}" srcOrd="2" destOrd="0" presId="urn:microsoft.com/office/officeart/2018/5/layout/IconCircleLabelList"/>
    <dgm:cxn modelId="{F7C5012A-B3B9-4A38-8423-839D68A9D525}" type="presParOf" srcId="{A0EF81F4-799F-4065-9BB3-637BF983E909}" destId="{28ED1489-8AFC-4A77-9AEC-B5B2B7E0B41D}" srcOrd="3" destOrd="0" presId="urn:microsoft.com/office/officeart/2018/5/layout/IconCircleLabelList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rawing1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173FE32F-5829-495F-9FD6-5EA6DF264AFB}">
      <dsp:nvSpPr>
        <dsp:cNvPr id="0" name=""/>
        <dsp:cNvSpPr/>
      </dsp:nvSpPr>
      <dsp:spPr>
        <a:xfrm>
          <a:off x="592974" y="623168"/>
          <a:ext cx="1818562" cy="1818562"/>
        </a:xfrm>
        <a:prstGeom prst="ellipse">
          <a:avLst/>
        </a:prstGeom>
        <a:solidFill>
          <a:schemeClr val="accent1">
            <a:tint val="4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3E261CF3-E595-4987-B137-3801DB1E1EB0}">
      <dsp:nvSpPr>
        <dsp:cNvPr id="0" name=""/>
        <dsp:cNvSpPr/>
      </dsp:nvSpPr>
      <dsp:spPr>
        <a:xfrm>
          <a:off x="980536" y="1010731"/>
          <a:ext cx="1043437" cy="1043437"/>
        </a:xfrm>
        <a:prstGeom prst="rect">
          <a:avLst/>
        </a:prstGeom>
        <a:blipFill>
          <a:blip xmlns:r="http://schemas.openxmlformats.org/officeDocument/2006/relationships"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BD14574F-EC91-4775-ACC7-F3959C8CA85F}">
      <dsp:nvSpPr>
        <dsp:cNvPr id="0" name=""/>
        <dsp:cNvSpPr/>
      </dsp:nvSpPr>
      <dsp:spPr>
        <a:xfrm>
          <a:off x="11630" y="3008169"/>
          <a:ext cx="2981250" cy="72000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80010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  <a:defRPr cap="all"/>
          </a:pPr>
          <a:r>
            <a:rPr lang="en-US" sz="1800" kern="1200"/>
            <a:t>BACKEND</a:t>
          </a:r>
        </a:p>
      </dsp:txBody>
      <dsp:txXfrm>
        <a:off x="11630" y="3008169"/>
        <a:ext cx="2981250" cy="720000"/>
      </dsp:txXfrm>
    </dsp:sp>
    <dsp:sp modelId="{C8AA191E-6D9F-4E25-AF2C-5D3DC674AEC9}">
      <dsp:nvSpPr>
        <dsp:cNvPr id="0" name=""/>
        <dsp:cNvSpPr/>
      </dsp:nvSpPr>
      <dsp:spPr>
        <a:xfrm>
          <a:off x="4095943" y="623168"/>
          <a:ext cx="1818562" cy="1818562"/>
        </a:xfrm>
        <a:prstGeom prst="ellipse">
          <a:avLst/>
        </a:prstGeom>
        <a:solidFill>
          <a:schemeClr val="accent1">
            <a:tint val="4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C62D5F69-9A5B-4AF3-9B8F-F4D7F4F3A3DD}">
      <dsp:nvSpPr>
        <dsp:cNvPr id="0" name=""/>
        <dsp:cNvSpPr/>
      </dsp:nvSpPr>
      <dsp:spPr>
        <a:xfrm>
          <a:off x="4483505" y="1010731"/>
          <a:ext cx="1043437" cy="1043437"/>
        </a:xfrm>
        <a:prstGeom prst="rect">
          <a:avLst/>
        </a:prstGeom>
        <a:blipFill rotWithShape="1">
          <a:blip xmlns:r="http://schemas.openxmlformats.org/officeDocument/2006/relationships" r:embed="rId3"/>
          <a:srcRect/>
          <a:stretch>
            <a:fillRect l="-7000" r="-7000"/>
          </a:stretch>
        </a:blip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28ED1489-8AFC-4A77-9AEC-B5B2B7E0B41D}">
      <dsp:nvSpPr>
        <dsp:cNvPr id="0" name=""/>
        <dsp:cNvSpPr/>
      </dsp:nvSpPr>
      <dsp:spPr>
        <a:xfrm>
          <a:off x="3514599" y="3008169"/>
          <a:ext cx="2981250" cy="72000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80010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  <a:defRPr cap="all"/>
          </a:pPr>
          <a:r>
            <a:rPr lang="it-IT" sz="1800" kern="1200"/>
            <a:t>fRONTEND</a:t>
          </a:r>
          <a:endParaRPr lang="en-US" sz="1800" kern="1200"/>
        </a:p>
      </dsp:txBody>
      <dsp:txXfrm>
        <a:off x="3514599" y="3008169"/>
        <a:ext cx="2981250" cy="720000"/>
      </dsp:txXfrm>
    </dsp:sp>
  </dsp:spTree>
</dsp:drawing>
</file>

<file path=ppt/diagrams/drawing2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173FE32F-5829-495F-9FD6-5EA6DF264AFB}">
      <dsp:nvSpPr>
        <dsp:cNvPr id="0" name=""/>
        <dsp:cNvSpPr/>
      </dsp:nvSpPr>
      <dsp:spPr>
        <a:xfrm>
          <a:off x="592974" y="623168"/>
          <a:ext cx="1818562" cy="1818562"/>
        </a:xfrm>
        <a:prstGeom prst="ellipse">
          <a:avLst/>
        </a:prstGeom>
        <a:solidFill>
          <a:schemeClr val="accent1">
            <a:tint val="4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3E261CF3-E595-4987-B137-3801DB1E1EB0}">
      <dsp:nvSpPr>
        <dsp:cNvPr id="0" name=""/>
        <dsp:cNvSpPr/>
      </dsp:nvSpPr>
      <dsp:spPr>
        <a:xfrm>
          <a:off x="980536" y="1010731"/>
          <a:ext cx="1043437" cy="1043437"/>
        </a:xfrm>
        <a:prstGeom prst="rect">
          <a:avLst/>
        </a:prstGeom>
        <a:blipFill>
          <a:blip xmlns:r="http://schemas.openxmlformats.org/officeDocument/2006/relationships"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BD14574F-EC91-4775-ACC7-F3959C8CA85F}">
      <dsp:nvSpPr>
        <dsp:cNvPr id="0" name=""/>
        <dsp:cNvSpPr/>
      </dsp:nvSpPr>
      <dsp:spPr>
        <a:xfrm>
          <a:off x="11630" y="3008169"/>
          <a:ext cx="2981250" cy="72000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75565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  <a:defRPr cap="all"/>
          </a:pPr>
          <a:r>
            <a:rPr lang="it-IT" sz="1700" kern="1200"/>
            <a:t>DBMS relazionale installato su un server dedicato</a:t>
          </a:r>
          <a:endParaRPr lang="en-US" sz="1700" kern="1200"/>
        </a:p>
      </dsp:txBody>
      <dsp:txXfrm>
        <a:off x="11630" y="3008169"/>
        <a:ext cx="2981250" cy="720000"/>
      </dsp:txXfrm>
    </dsp:sp>
    <dsp:sp modelId="{C8AA191E-6D9F-4E25-AF2C-5D3DC674AEC9}">
      <dsp:nvSpPr>
        <dsp:cNvPr id="0" name=""/>
        <dsp:cNvSpPr/>
      </dsp:nvSpPr>
      <dsp:spPr>
        <a:xfrm>
          <a:off x="3998941" y="626515"/>
          <a:ext cx="1818562" cy="1818562"/>
        </a:xfrm>
        <a:prstGeom prst="ellipse">
          <a:avLst/>
        </a:prstGeom>
        <a:solidFill>
          <a:schemeClr val="accent1">
            <a:tint val="4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C62D5F69-9A5B-4AF3-9B8F-F4D7F4F3A3DD}">
      <dsp:nvSpPr>
        <dsp:cNvPr id="0" name=""/>
        <dsp:cNvSpPr/>
      </dsp:nvSpPr>
      <dsp:spPr>
        <a:xfrm>
          <a:off x="4391432" y="1008446"/>
          <a:ext cx="1043437" cy="1043437"/>
        </a:xfrm>
        <a:prstGeom prst="rect">
          <a:avLst/>
        </a:prstGeom>
        <a:blipFill>
          <a:blip xmlns:r="http://schemas.openxmlformats.org/officeDocument/2006/relationships"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28ED1489-8AFC-4A77-9AEC-B5B2B7E0B41D}">
      <dsp:nvSpPr>
        <dsp:cNvPr id="0" name=""/>
        <dsp:cNvSpPr/>
      </dsp:nvSpPr>
      <dsp:spPr>
        <a:xfrm>
          <a:off x="3285997" y="3017874"/>
          <a:ext cx="2981250" cy="72000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75565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  <a:defRPr cap="all"/>
          </a:pPr>
          <a:r>
            <a:rPr lang="it-IT" sz="1700" kern="1200" err="1"/>
            <a:t>Hibernate</a:t>
          </a:r>
          <a:endParaRPr lang="en-US" sz="1700" kern="1200"/>
        </a:p>
      </dsp:txBody>
      <dsp:txXfrm>
        <a:off x="3285997" y="3017874"/>
        <a:ext cx="2981250" cy="720000"/>
      </dsp:txXfrm>
    </dsp:sp>
  </dsp:spTree>
</dsp:drawing>
</file>

<file path=ppt/diagrams/layout1.xml><?xml version="1.0" encoding="utf-8"?>
<dgm:layoutDef xmlns:dgm="http://schemas.openxmlformats.org/drawingml/2006/diagram" xmlns:a="http://schemas.openxmlformats.org/drawingml/2006/main" uniqueId="urn:microsoft.com/office/officeart/2018/5/layout/IconCircleLabelList">
  <dgm:title val="Icon Circle Label List"/>
  <dgm:desc val="Use to show non-sequential or grouped chunks of information accompanied by a related visuals. Works best with icons or small pictures with short text captions."/>
  <dgm:catLst>
    <dgm:cat type="icon" pri="500"/>
  </dgm:catLst>
  <dgm:sampData useDef="1">
    <dgm:dataModel>
      <dgm:ptLst/>
      <dgm:bg/>
      <dgm:whole/>
    </dgm:dataModel>
  </dgm:sampData>
  <dgm:styleData useDef="1">
    <dgm:dataModel>
      <dgm:ptLst/>
      <dgm:bg/>
      <dgm:whole/>
    </dgm:dataModel>
  </dgm:styleData>
  <dgm:clrData useDef="1">
    <dgm:dataModel>
      <dgm:ptLst/>
      <dgm:bg/>
      <dgm:whole/>
    </dgm:dataModel>
  </dgm:clrData>
  <dgm:layoutNode name="root">
    <dgm:varLst>
      <dgm:dir/>
      <dgm:resizeHandles val="exact"/>
    </dgm:varLst>
    <dgm:choose name="Name0">
      <dgm:if name="Name1" axis="self" func="var" arg="dir" op="equ" val="norm">
        <dgm:alg type="snake">
          <dgm:param type="grDir" val="tL"/>
          <dgm:param type="flowDir" val="row"/>
          <dgm:param type="contDir" val="sameDir"/>
          <dgm:param type="off" val="ctr"/>
          <dgm:param type="vertAlign" val="mid"/>
          <dgm:param type="horzAlign" val="ctr"/>
        </dgm:alg>
      </dgm:if>
      <dgm:else name="Name2">
        <dgm:alg type="snake">
          <dgm:param type="grDir" val="tR"/>
          <dgm:param type="flowDir" val="row"/>
          <dgm:param type="contDir" val="sameDir"/>
          <dgm:param type="off" val="ctr"/>
          <dgm:param type="vertAlign" val="mid"/>
          <dgm:param type="horzAlign" val="ctr"/>
        </dgm:alg>
      </dgm:else>
    </dgm:choose>
    <dgm:shape xmlns:r="http://schemas.openxmlformats.org/officeDocument/2006/relationships" r:blip="">
      <dgm:adjLst/>
    </dgm:shape>
    <dgm:presOf/>
    <dgm:choose name="Name3">
      <dgm:if name="Name4" axis="ch" ptType="node" func="cnt" op="lte" val="2">
        <dgm:constrLst>
          <dgm:constr type="h" for="ch" forName="compNode" refType="h" fact="0.4"/>
          <dgm:constr type="w" for="ch" forName="compNode" val="100"/>
          <dgm:constr type="w" for="ch" forName="sibTrans" refType="w" refFor="ch" refForName="compNode" fact="0.175"/>
          <dgm:constr type="sp" refType="w" refFor="ch" refForName="compNode" op="equ" fact="0.25"/>
          <dgm:constr type="primFontSz" for="des" ptType="node" op="equ" val="44"/>
          <dgm:constr type="h" for="des" forName="compNode" op="equ"/>
          <dgm:constr type="h" for="des" forName="textRect" op="equ"/>
        </dgm:constrLst>
      </dgm:if>
      <dgm:if name="Name5" axis="ch" ptType="node" func="cnt" op="lte" val="3">
        <dgm:constrLst>
          <dgm:constr type="h" for="ch" forName="compNode" refType="h" fact="0.4"/>
          <dgm:constr type="w" for="ch" forName="compNode" val="100"/>
          <dgm:constr type="w" for="ch" forName="sibTrans" refType="w" refFor="ch" refForName="compNode" fact="0.175"/>
          <dgm:constr type="sp" refType="w" refFor="ch" refForName="compNode" op="equ" fact="0.25"/>
          <dgm:constr type="primFontSz" for="des" ptType="node" op="equ" val="40"/>
          <dgm:constr type="h" for="des" forName="compNode" op="equ"/>
          <dgm:constr type="h" for="des" forName="textRect" op="equ"/>
        </dgm:constrLst>
      </dgm:if>
      <dgm:if name="Name6" axis="ch" ptType="node" func="cnt" op="lte" val="4">
        <dgm:constrLst>
          <dgm:constr type="h" for="ch" forName="compNode" refType="h" fact="0.4"/>
          <dgm:constr type="w" for="ch" forName="compNode" refType="w"/>
          <dgm:constr type="w" for="ch" forName="sibTrans" refType="w" refFor="ch" refForName="compNode" fact="0.175"/>
          <dgm:constr type="sp" refType="w" refFor="ch" refForName="compNode" op="equ" fact="0.25"/>
          <dgm:constr type="primFontSz" for="des" ptType="node" op="equ" val="32"/>
          <dgm:constr type="h" for="des" forName="compNode" op="equ"/>
          <dgm:constr type="h" for="des" forName="textRect" op="equ"/>
        </dgm:constrLst>
      </dgm:if>
      <dgm:else name="Name7">
        <dgm:constrLst>
          <dgm:constr type="h" for="ch" forName="compNode" refType="h" fact="0.4"/>
          <dgm:constr type="w" for="ch" forName="compNode" refType="w"/>
          <dgm:constr type="w" for="ch" forName="sibTrans" refType="w" refFor="ch" refForName="compNode" fact="0.175"/>
          <dgm:constr type="sp" refType="w" refFor="ch" refForName="compNode" op="equ" fact="0.25"/>
          <dgm:constr type="primFontSz" for="des" ptType="node" op="equ" val="24"/>
          <dgm:constr type="h" for="des" forName="compNode" op="equ"/>
          <dgm:constr type="h" for="des" forName="textRect" op="equ"/>
        </dgm:constrLst>
      </dgm:else>
    </dgm:choose>
    <dgm:ruleLst>
      <dgm:rule type="w" for="ch" forName="compNode" val="50" fact="NaN" max="NaN"/>
    </dgm:ruleLst>
    <dgm:forEach name="Name8" axis="ch" ptType="node">
      <dgm:layoutNode name="compNode">
        <dgm:alg type="composite"/>
        <dgm:shape xmlns:r="http://schemas.openxmlformats.org/officeDocument/2006/relationships" r:blip="">
          <dgm:adjLst/>
        </dgm:shape>
        <dgm:presOf axis="self"/>
        <dgm:constrLst>
          <dgm:constr type="w" for="ch" forName="iconBgRect" refType="w" fact="0.61"/>
          <dgm:constr type="h" for="ch" forName="iconBgRect" refType="w" refFor="ch" refForName="iconBgRect"/>
          <dgm:constr type="t" for="ch" forName="iconBgRect"/>
          <dgm:constr type="ctrX" for="ch" forName="iconBgRect" refType="w" fact="0.5"/>
          <dgm:constr type="w" for="ch" forName="iconRect" refType="w" fact="0.35"/>
          <dgm:constr type="h" for="ch" forName="iconRect" refType="w" refFor="ch" refForName="iconRect"/>
          <dgm:constr type="ctrX" for="ch" forName="iconRect" refType="ctrX" refFor="ch" refForName="iconBgRect"/>
          <dgm:constr type="ctrY" for="ch" forName="iconRect" refType="ctrY" refFor="ch" refForName="iconBgRect"/>
          <dgm:constr type="h" for="ch" forName="spaceRect" refType="w" fact="0.19"/>
          <dgm:constr type="w" for="ch" forName="spaceRect" refType="w"/>
          <dgm:constr type="l" for="ch" forName="spaceRect"/>
          <dgm:constr type="t" for="ch" forName="spaceRect" refType="b" refFor="ch" refForName="iconBgRect"/>
          <dgm:constr type="h" for="ch" forName="textRect" val="20"/>
          <dgm:constr type="w" for="ch" forName="textRect" refType="w"/>
          <dgm:constr type="l" for="ch" forName="textRect"/>
          <dgm:constr type="t" for="ch" forName="textRect" refType="b" refFor="ch" refForName="spaceRect"/>
        </dgm:constrLst>
        <dgm:ruleLst>
          <dgm:rule type="h" val="INF" fact="NaN" max="NaN"/>
        </dgm:ruleLst>
        <dgm:layoutNode name="iconBgRect" styleLbl="bgShp">
          <dgm:alg type="sp"/>
          <dgm:shape xmlns:r="http://schemas.openxmlformats.org/officeDocument/2006/relationships" type="ellipse" r:blip="">
            <dgm:adjLst/>
          </dgm:shape>
          <dgm:presOf/>
          <dgm:constrLst/>
          <dgm:ruleLst/>
        </dgm:layoutNode>
        <dgm:layoutNode name="iconRect" styleLbl="node1">
          <dgm:alg type="sp"/>
          <dgm:shape xmlns:r="http://schemas.openxmlformats.org/officeDocument/2006/relationships" type="rect" r:blip="" blipPhldr="1">
            <dgm:adjLst/>
          </dgm:shape>
          <dgm:presOf/>
          <dgm:constrLst/>
          <dgm:ruleLst/>
        </dgm:layoutNode>
        <dgm:layoutNode name="spaceRect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  <dgm:layoutNode name="textRect" styleLbl="revTx">
          <dgm:varLst>
            <dgm:chMax val="1"/>
            <dgm:chPref val="1"/>
          </dgm:varLst>
          <dgm:alg type="tx">
            <dgm:param type="txAnchorVert" val="t"/>
          </dgm:alg>
          <dgm:shape xmlns:r="http://schemas.openxmlformats.org/officeDocument/2006/relationships" type="rect" r:blip="">
            <dgm:adjLst/>
          </dgm:shape>
          <dgm:presOf axis="self" ptType="node"/>
          <dgm:constrLst>
            <dgm:constr type="lMarg"/>
            <dgm:constr type="rMarg"/>
            <dgm:constr type="tMarg"/>
            <dgm:constr type="bMarg"/>
          </dgm:constrLst>
          <dgm:ruleLst>
            <dgm:rule type="primFontSz" val="11" fact="NaN" max="NaN"/>
            <dgm:rule type="h" val="INF" fact="NaN" max="NaN"/>
          </dgm:ruleLst>
        </dgm:layoutNode>
      </dgm:layoutNode>
      <dgm:forEach name="Name9" axis="followSib" ptType="sibTrans" cnt="1">
        <dgm:layoutNode name="sibTrans">
          <dgm:alg type="sp"/>
          <dgm:shape xmlns:r="http://schemas.openxmlformats.org/officeDocument/2006/relationships" r:blip="">
            <dgm:adjLst/>
          </dgm:shape>
          <dgm:presOf axis="self"/>
          <dgm:constrLst/>
          <dgm:ruleLst/>
        </dgm:layoutNode>
      </dgm:forEach>
    </dgm:forEach>
  </dgm:layoutNode>
  <dgm:extLst>
    <a:ext uri="{68A01E43-0DF5-4B5B-8FA6-DAF915123BFB}">
      <dgm1612:lstStyle xmlns:dgm1612="http://schemas.microsoft.com/office/drawing/2016/12/diagram">
        <a:lvl1pPr>
          <a:lnSpc>
            <a:spcPct val="100000"/>
          </a:lnSpc>
          <a:defRPr cap="all"/>
        </a:lvl1pPr>
      </dgm1612:lstStyle>
    </a:ext>
  </dgm:extLst>
</dgm:layoutDef>
</file>

<file path=ppt/diagrams/layout2.xml><?xml version="1.0" encoding="utf-8"?>
<dgm:layoutDef xmlns:dgm="http://schemas.openxmlformats.org/drawingml/2006/diagram" xmlns:a="http://schemas.openxmlformats.org/drawingml/2006/main" uniqueId="urn:microsoft.com/office/officeart/2018/5/layout/IconCircleLabelList">
  <dgm:title val="Icon Circle Label List"/>
  <dgm:desc val="Use to show non-sequential or grouped chunks of information accompanied by a related visuals. Works best with icons or small pictures with short text captions."/>
  <dgm:catLst>
    <dgm:cat type="icon" pri="500"/>
  </dgm:catLst>
  <dgm:sampData useDef="1">
    <dgm:dataModel>
      <dgm:ptLst/>
      <dgm:bg/>
      <dgm:whole/>
    </dgm:dataModel>
  </dgm:sampData>
  <dgm:styleData useDef="1">
    <dgm:dataModel>
      <dgm:ptLst/>
      <dgm:bg/>
      <dgm:whole/>
    </dgm:dataModel>
  </dgm:styleData>
  <dgm:clrData useDef="1">
    <dgm:dataModel>
      <dgm:ptLst/>
      <dgm:bg/>
      <dgm:whole/>
    </dgm:dataModel>
  </dgm:clrData>
  <dgm:layoutNode name="root">
    <dgm:varLst>
      <dgm:dir/>
      <dgm:resizeHandles val="exact"/>
    </dgm:varLst>
    <dgm:choose name="Name0">
      <dgm:if name="Name1" axis="self" func="var" arg="dir" op="equ" val="norm">
        <dgm:alg type="snake">
          <dgm:param type="grDir" val="tL"/>
          <dgm:param type="flowDir" val="row"/>
          <dgm:param type="contDir" val="sameDir"/>
          <dgm:param type="off" val="ctr"/>
          <dgm:param type="vertAlign" val="mid"/>
          <dgm:param type="horzAlign" val="ctr"/>
        </dgm:alg>
      </dgm:if>
      <dgm:else name="Name2">
        <dgm:alg type="snake">
          <dgm:param type="grDir" val="tR"/>
          <dgm:param type="flowDir" val="row"/>
          <dgm:param type="contDir" val="sameDir"/>
          <dgm:param type="off" val="ctr"/>
          <dgm:param type="vertAlign" val="mid"/>
          <dgm:param type="horzAlign" val="ctr"/>
        </dgm:alg>
      </dgm:else>
    </dgm:choose>
    <dgm:shape xmlns:r="http://schemas.openxmlformats.org/officeDocument/2006/relationships" r:blip="">
      <dgm:adjLst/>
    </dgm:shape>
    <dgm:presOf/>
    <dgm:choose name="Name3">
      <dgm:if name="Name4" axis="ch" ptType="node" func="cnt" op="lte" val="2">
        <dgm:constrLst>
          <dgm:constr type="h" for="ch" forName="compNode" refType="h" fact="0.4"/>
          <dgm:constr type="w" for="ch" forName="compNode" val="100"/>
          <dgm:constr type="w" for="ch" forName="sibTrans" refType="w" refFor="ch" refForName="compNode" fact="0.175"/>
          <dgm:constr type="sp" refType="w" refFor="ch" refForName="compNode" op="equ" fact="0.25"/>
          <dgm:constr type="primFontSz" for="des" ptType="node" op="equ" val="44"/>
          <dgm:constr type="h" for="des" forName="compNode" op="equ"/>
          <dgm:constr type="h" for="des" forName="textRect" op="equ"/>
        </dgm:constrLst>
      </dgm:if>
      <dgm:if name="Name5" axis="ch" ptType="node" func="cnt" op="lte" val="3">
        <dgm:constrLst>
          <dgm:constr type="h" for="ch" forName="compNode" refType="h" fact="0.4"/>
          <dgm:constr type="w" for="ch" forName="compNode" val="100"/>
          <dgm:constr type="w" for="ch" forName="sibTrans" refType="w" refFor="ch" refForName="compNode" fact="0.175"/>
          <dgm:constr type="sp" refType="w" refFor="ch" refForName="compNode" op="equ" fact="0.25"/>
          <dgm:constr type="primFontSz" for="des" ptType="node" op="equ" val="40"/>
          <dgm:constr type="h" for="des" forName="compNode" op="equ"/>
          <dgm:constr type="h" for="des" forName="textRect" op="equ"/>
        </dgm:constrLst>
      </dgm:if>
      <dgm:if name="Name6" axis="ch" ptType="node" func="cnt" op="lte" val="4">
        <dgm:constrLst>
          <dgm:constr type="h" for="ch" forName="compNode" refType="h" fact="0.4"/>
          <dgm:constr type="w" for="ch" forName="compNode" refType="w"/>
          <dgm:constr type="w" for="ch" forName="sibTrans" refType="w" refFor="ch" refForName="compNode" fact="0.175"/>
          <dgm:constr type="sp" refType="w" refFor="ch" refForName="compNode" op="equ" fact="0.25"/>
          <dgm:constr type="primFontSz" for="des" ptType="node" op="equ" val="32"/>
          <dgm:constr type="h" for="des" forName="compNode" op="equ"/>
          <dgm:constr type="h" for="des" forName="textRect" op="equ"/>
        </dgm:constrLst>
      </dgm:if>
      <dgm:else name="Name7">
        <dgm:constrLst>
          <dgm:constr type="h" for="ch" forName="compNode" refType="h" fact="0.4"/>
          <dgm:constr type="w" for="ch" forName="compNode" refType="w"/>
          <dgm:constr type="w" for="ch" forName="sibTrans" refType="w" refFor="ch" refForName="compNode" fact="0.175"/>
          <dgm:constr type="sp" refType="w" refFor="ch" refForName="compNode" op="equ" fact="0.25"/>
          <dgm:constr type="primFontSz" for="des" ptType="node" op="equ" val="24"/>
          <dgm:constr type="h" for="des" forName="compNode" op="equ"/>
          <dgm:constr type="h" for="des" forName="textRect" op="equ"/>
        </dgm:constrLst>
      </dgm:else>
    </dgm:choose>
    <dgm:ruleLst>
      <dgm:rule type="w" for="ch" forName="compNode" val="50" fact="NaN" max="NaN"/>
    </dgm:ruleLst>
    <dgm:forEach name="Name8" axis="ch" ptType="node">
      <dgm:layoutNode name="compNode">
        <dgm:alg type="composite"/>
        <dgm:shape xmlns:r="http://schemas.openxmlformats.org/officeDocument/2006/relationships" r:blip="">
          <dgm:adjLst/>
        </dgm:shape>
        <dgm:presOf axis="self"/>
        <dgm:constrLst>
          <dgm:constr type="w" for="ch" forName="iconBgRect" refType="w" fact="0.61"/>
          <dgm:constr type="h" for="ch" forName="iconBgRect" refType="w" refFor="ch" refForName="iconBgRect"/>
          <dgm:constr type="t" for="ch" forName="iconBgRect"/>
          <dgm:constr type="ctrX" for="ch" forName="iconBgRect" refType="w" fact="0.5"/>
          <dgm:constr type="w" for="ch" forName="iconRect" refType="w" fact="0.35"/>
          <dgm:constr type="h" for="ch" forName="iconRect" refType="w" refFor="ch" refForName="iconRect"/>
          <dgm:constr type="ctrX" for="ch" forName="iconRect" refType="ctrX" refFor="ch" refForName="iconBgRect"/>
          <dgm:constr type="ctrY" for="ch" forName="iconRect" refType="ctrY" refFor="ch" refForName="iconBgRect"/>
          <dgm:constr type="h" for="ch" forName="spaceRect" refType="w" fact="0.19"/>
          <dgm:constr type="w" for="ch" forName="spaceRect" refType="w"/>
          <dgm:constr type="l" for="ch" forName="spaceRect"/>
          <dgm:constr type="t" for="ch" forName="spaceRect" refType="b" refFor="ch" refForName="iconBgRect"/>
          <dgm:constr type="h" for="ch" forName="textRect" val="20"/>
          <dgm:constr type="w" for="ch" forName="textRect" refType="w"/>
          <dgm:constr type="l" for="ch" forName="textRect"/>
          <dgm:constr type="t" for="ch" forName="textRect" refType="b" refFor="ch" refForName="spaceRect"/>
        </dgm:constrLst>
        <dgm:ruleLst>
          <dgm:rule type="h" val="INF" fact="NaN" max="NaN"/>
        </dgm:ruleLst>
        <dgm:layoutNode name="iconBgRect" styleLbl="bgShp">
          <dgm:alg type="sp"/>
          <dgm:shape xmlns:r="http://schemas.openxmlformats.org/officeDocument/2006/relationships" type="ellipse" r:blip="">
            <dgm:adjLst/>
          </dgm:shape>
          <dgm:presOf/>
          <dgm:constrLst/>
          <dgm:ruleLst/>
        </dgm:layoutNode>
        <dgm:layoutNode name="iconRect" styleLbl="node1">
          <dgm:alg type="sp"/>
          <dgm:shape xmlns:r="http://schemas.openxmlformats.org/officeDocument/2006/relationships" type="rect" r:blip="" blipPhldr="1">
            <dgm:adjLst/>
          </dgm:shape>
          <dgm:presOf/>
          <dgm:constrLst/>
          <dgm:ruleLst/>
        </dgm:layoutNode>
        <dgm:layoutNode name="spaceRect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  <dgm:layoutNode name="textRect" styleLbl="revTx">
          <dgm:varLst>
            <dgm:chMax val="1"/>
            <dgm:chPref val="1"/>
          </dgm:varLst>
          <dgm:alg type="tx">
            <dgm:param type="txAnchorVert" val="t"/>
          </dgm:alg>
          <dgm:shape xmlns:r="http://schemas.openxmlformats.org/officeDocument/2006/relationships" type="rect" r:blip="">
            <dgm:adjLst/>
          </dgm:shape>
          <dgm:presOf axis="self" ptType="node"/>
          <dgm:constrLst>
            <dgm:constr type="lMarg"/>
            <dgm:constr type="rMarg"/>
            <dgm:constr type="tMarg"/>
            <dgm:constr type="bMarg"/>
          </dgm:constrLst>
          <dgm:ruleLst>
            <dgm:rule type="primFontSz" val="11" fact="NaN" max="NaN"/>
            <dgm:rule type="h" val="INF" fact="NaN" max="NaN"/>
          </dgm:ruleLst>
        </dgm:layoutNode>
      </dgm:layoutNode>
      <dgm:forEach name="Name9" axis="followSib" ptType="sibTrans" cnt="1">
        <dgm:layoutNode name="sibTrans">
          <dgm:alg type="sp"/>
          <dgm:shape xmlns:r="http://schemas.openxmlformats.org/officeDocument/2006/relationships" r:blip="">
            <dgm:adjLst/>
          </dgm:shape>
          <dgm:presOf axis="self"/>
          <dgm:constrLst/>
          <dgm:ruleLst/>
        </dgm:layoutNode>
      </dgm:forEach>
    </dgm:forEach>
  </dgm:layoutNode>
  <dgm:extLst>
    <a:ext uri="{68A01E43-0DF5-4B5B-8FA6-DAF915123BFB}">
      <dgm1612:lstStyle xmlns:dgm1612="http://schemas.microsoft.com/office/drawing/2016/12/diagram">
        <a:lvl1pPr>
          <a:lnSpc>
            <a:spcPct val="100000"/>
          </a:lnSpc>
          <a:defRPr cap="all"/>
        </a:lvl1pPr>
      </dgm1612:lstStyle>
    </a:ext>
  </dgm:extLst>
</dgm:layoutDef>
</file>

<file path=ppt/diagrams/quickStyle1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2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egnaposto intestazione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it-IT"/>
          </a:p>
        </p:txBody>
      </p:sp>
      <p:sp>
        <p:nvSpPr>
          <p:cNvPr id="3" name="Segnaposto data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8699ADB5-C3E9-495D-A3D8-D6F9F214114A}" type="datetimeFigureOut">
              <a:rPr lang="it-IT" smtClean="0"/>
              <a:t>17/07/2023</a:t>
            </a:fld>
            <a:endParaRPr lang="it-IT"/>
          </a:p>
        </p:txBody>
      </p:sp>
      <p:sp>
        <p:nvSpPr>
          <p:cNvPr id="4" name="Segnaposto immagine diapositiva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it-IT"/>
          </a:p>
        </p:txBody>
      </p:sp>
      <p:sp>
        <p:nvSpPr>
          <p:cNvPr id="5" name="Segnaposto note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it-IT"/>
              <a:t>Fare clic per modificare gli stili del testo dello schema</a:t>
            </a:r>
          </a:p>
          <a:p>
            <a:pPr lvl="1"/>
            <a:r>
              <a:rPr lang="it-IT"/>
              <a:t>Secondo livello</a:t>
            </a:r>
          </a:p>
          <a:p>
            <a:pPr lvl="2"/>
            <a:r>
              <a:rPr lang="it-IT"/>
              <a:t>Terzo livello</a:t>
            </a:r>
          </a:p>
          <a:p>
            <a:pPr lvl="3"/>
            <a:r>
              <a:rPr lang="it-IT"/>
              <a:t>Quarto livello</a:t>
            </a:r>
          </a:p>
          <a:p>
            <a:pPr lvl="4"/>
            <a:r>
              <a:rPr lang="it-IT"/>
              <a:t>Quinto livello</a:t>
            </a:r>
          </a:p>
        </p:txBody>
      </p:sp>
      <p:sp>
        <p:nvSpPr>
          <p:cNvPr id="6" name="Segnaposto piè di pagina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it-IT"/>
          </a:p>
        </p:txBody>
      </p:sp>
      <p:sp>
        <p:nvSpPr>
          <p:cNvPr id="7" name="Segnaposto numero diapositiva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5C9FED94-127C-4B46-8FBF-FA67981FDF50}" type="slidenum">
              <a:rPr lang="it-IT" smtClean="0"/>
              <a:t>‹#›</a:t>
            </a:fld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229965004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egnaposto immagine diapositiva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Segnaposto note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it-IT"/>
          </a:p>
        </p:txBody>
      </p:sp>
      <p:sp>
        <p:nvSpPr>
          <p:cNvPr id="4" name="Segnaposto numero diapositiva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rtl="0"/>
            <a:fld id="{05C1D8F7-2BDD-4C56-98AF-2E212EF349F3}" type="slidenum">
              <a:rPr lang="it-IT" smtClean="0"/>
              <a:t>1</a:t>
            </a:fld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1061304894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Diapositiva tito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>
            <a:extLst>
              <a:ext uri="{FF2B5EF4-FFF2-40B4-BE49-F238E27FC236}">
                <a16:creationId xmlns:a16="http://schemas.microsoft.com/office/drawing/2014/main" id="{91B99FE9-D9C0-7889-783E-725BBA354051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it-IT"/>
              <a:t>Fare clic per modificare lo stile del titolo dello schema</a:t>
            </a:r>
          </a:p>
        </p:txBody>
      </p:sp>
      <p:sp>
        <p:nvSpPr>
          <p:cNvPr id="3" name="Sottotitolo 2">
            <a:extLst>
              <a:ext uri="{FF2B5EF4-FFF2-40B4-BE49-F238E27FC236}">
                <a16:creationId xmlns:a16="http://schemas.microsoft.com/office/drawing/2014/main" id="{1A4B8BBA-B333-4B88-3439-55ED3D530158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it-IT"/>
              <a:t>Fare clic per modificare lo stile del sottotitolo dello schema</a:t>
            </a:r>
          </a:p>
        </p:txBody>
      </p:sp>
      <p:sp>
        <p:nvSpPr>
          <p:cNvPr id="4" name="Segnaposto data 3">
            <a:extLst>
              <a:ext uri="{FF2B5EF4-FFF2-40B4-BE49-F238E27FC236}">
                <a16:creationId xmlns:a16="http://schemas.microsoft.com/office/drawing/2014/main" id="{88F76DE0-AA52-B05C-B870-BCA2598D913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59F84F6-4D5E-47D7-9E3F-4DBE9FB5143B}" type="datetimeFigureOut">
              <a:rPr lang="it-IT" smtClean="0"/>
              <a:t>17/07/2023</a:t>
            </a:fld>
            <a:endParaRPr lang="it-IT"/>
          </a:p>
        </p:txBody>
      </p:sp>
      <p:sp>
        <p:nvSpPr>
          <p:cNvPr id="5" name="Segnaposto piè di pagina 4">
            <a:extLst>
              <a:ext uri="{FF2B5EF4-FFF2-40B4-BE49-F238E27FC236}">
                <a16:creationId xmlns:a16="http://schemas.microsoft.com/office/drawing/2014/main" id="{25392420-94B9-DBF4-1A35-26821C62923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it-IT"/>
          </a:p>
        </p:txBody>
      </p:sp>
      <p:sp>
        <p:nvSpPr>
          <p:cNvPr id="6" name="Segnaposto numero diapositiva 5">
            <a:extLst>
              <a:ext uri="{FF2B5EF4-FFF2-40B4-BE49-F238E27FC236}">
                <a16:creationId xmlns:a16="http://schemas.microsoft.com/office/drawing/2014/main" id="{9D6F512D-B94B-37F4-9ECD-64C26A978D8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70E8F87-56C0-4374-9A81-B994D4C839C7}" type="slidenum">
              <a:rPr lang="it-IT" smtClean="0"/>
              <a:t>‹#›</a:t>
            </a:fld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3391401899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olo e contenu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>
            <a:extLst>
              <a:ext uri="{FF2B5EF4-FFF2-40B4-BE49-F238E27FC236}">
                <a16:creationId xmlns:a16="http://schemas.microsoft.com/office/drawing/2014/main" id="{B27E216F-D9C0-65DD-EFBF-DC2D9DB723F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it-IT"/>
              <a:t>Fare clic per modificare lo stile del titolo dello schema</a:t>
            </a:r>
          </a:p>
        </p:txBody>
      </p:sp>
      <p:sp>
        <p:nvSpPr>
          <p:cNvPr id="3" name="Segnaposto contenuto 2">
            <a:extLst>
              <a:ext uri="{FF2B5EF4-FFF2-40B4-BE49-F238E27FC236}">
                <a16:creationId xmlns:a16="http://schemas.microsoft.com/office/drawing/2014/main" id="{0E42BFB7-6A10-183D-86D8-3EEA71242F1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it-IT"/>
              <a:t>Fare clic per modificare gli stili del testo dello schema</a:t>
            </a:r>
          </a:p>
          <a:p>
            <a:pPr lvl="1"/>
            <a:r>
              <a:rPr lang="it-IT"/>
              <a:t>Secondo livello</a:t>
            </a:r>
          </a:p>
          <a:p>
            <a:pPr lvl="2"/>
            <a:r>
              <a:rPr lang="it-IT"/>
              <a:t>Terzo livello</a:t>
            </a:r>
          </a:p>
          <a:p>
            <a:pPr lvl="3"/>
            <a:r>
              <a:rPr lang="it-IT"/>
              <a:t>Quarto livello</a:t>
            </a:r>
          </a:p>
          <a:p>
            <a:pPr lvl="4"/>
            <a:r>
              <a:rPr lang="it-IT"/>
              <a:t>Quinto livello</a:t>
            </a:r>
          </a:p>
        </p:txBody>
      </p:sp>
      <p:sp>
        <p:nvSpPr>
          <p:cNvPr id="4" name="Segnaposto data 3">
            <a:extLst>
              <a:ext uri="{FF2B5EF4-FFF2-40B4-BE49-F238E27FC236}">
                <a16:creationId xmlns:a16="http://schemas.microsoft.com/office/drawing/2014/main" id="{78C07C24-9694-4F04-3059-E3BFD95FDCE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59F84F6-4D5E-47D7-9E3F-4DBE9FB5143B}" type="datetimeFigureOut">
              <a:rPr lang="it-IT" smtClean="0"/>
              <a:t>17/07/2023</a:t>
            </a:fld>
            <a:endParaRPr lang="it-IT"/>
          </a:p>
        </p:txBody>
      </p:sp>
      <p:sp>
        <p:nvSpPr>
          <p:cNvPr id="5" name="Segnaposto piè di pagina 4">
            <a:extLst>
              <a:ext uri="{FF2B5EF4-FFF2-40B4-BE49-F238E27FC236}">
                <a16:creationId xmlns:a16="http://schemas.microsoft.com/office/drawing/2014/main" id="{AD01D2E2-CE28-DD9A-EA99-1F033FDE137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it-IT"/>
          </a:p>
        </p:txBody>
      </p:sp>
      <p:sp>
        <p:nvSpPr>
          <p:cNvPr id="6" name="Segnaposto numero diapositiva 5">
            <a:extLst>
              <a:ext uri="{FF2B5EF4-FFF2-40B4-BE49-F238E27FC236}">
                <a16:creationId xmlns:a16="http://schemas.microsoft.com/office/drawing/2014/main" id="{75F8ADD8-0EED-C4BA-B200-3B8F2767E92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70E8F87-56C0-4374-9A81-B994D4C839C7}" type="slidenum">
              <a:rPr lang="it-IT" smtClean="0"/>
              <a:t>‹#›</a:t>
            </a:fld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3743287746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Intestazione sezion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>
            <a:extLst>
              <a:ext uri="{FF2B5EF4-FFF2-40B4-BE49-F238E27FC236}">
                <a16:creationId xmlns:a16="http://schemas.microsoft.com/office/drawing/2014/main" id="{03DEC760-3397-4951-660A-9E385A4F29F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it-IT"/>
              <a:t>Fare clic per modificare lo stile del titolo dello schema</a:t>
            </a:r>
          </a:p>
        </p:txBody>
      </p:sp>
      <p:sp>
        <p:nvSpPr>
          <p:cNvPr id="3" name="Segnaposto testo 2">
            <a:extLst>
              <a:ext uri="{FF2B5EF4-FFF2-40B4-BE49-F238E27FC236}">
                <a16:creationId xmlns:a16="http://schemas.microsoft.com/office/drawing/2014/main" id="{54C1177A-4AA3-6112-7C41-E885E51005D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it-IT"/>
              <a:t>Fare clic per modificare gli stili del testo dello schema</a:t>
            </a:r>
          </a:p>
        </p:txBody>
      </p:sp>
      <p:sp>
        <p:nvSpPr>
          <p:cNvPr id="4" name="Segnaposto data 3">
            <a:extLst>
              <a:ext uri="{FF2B5EF4-FFF2-40B4-BE49-F238E27FC236}">
                <a16:creationId xmlns:a16="http://schemas.microsoft.com/office/drawing/2014/main" id="{CD964096-7A2D-D5CC-DFDF-7BE49EB208B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59F84F6-4D5E-47D7-9E3F-4DBE9FB5143B}" type="datetimeFigureOut">
              <a:rPr lang="it-IT" smtClean="0"/>
              <a:t>17/07/2023</a:t>
            </a:fld>
            <a:endParaRPr lang="it-IT"/>
          </a:p>
        </p:txBody>
      </p:sp>
      <p:sp>
        <p:nvSpPr>
          <p:cNvPr id="5" name="Segnaposto piè di pagina 4">
            <a:extLst>
              <a:ext uri="{FF2B5EF4-FFF2-40B4-BE49-F238E27FC236}">
                <a16:creationId xmlns:a16="http://schemas.microsoft.com/office/drawing/2014/main" id="{FF187ECA-817E-BC51-7599-2B48F6A46B1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it-IT"/>
          </a:p>
        </p:txBody>
      </p:sp>
      <p:sp>
        <p:nvSpPr>
          <p:cNvPr id="6" name="Segnaposto numero diapositiva 5">
            <a:extLst>
              <a:ext uri="{FF2B5EF4-FFF2-40B4-BE49-F238E27FC236}">
                <a16:creationId xmlns:a16="http://schemas.microsoft.com/office/drawing/2014/main" id="{AA5EE4CF-3B1E-A666-2811-05EE25DD73B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70E8F87-56C0-4374-9A81-B994D4C839C7}" type="slidenum">
              <a:rPr lang="it-IT" smtClean="0"/>
              <a:t>‹#›</a:t>
            </a:fld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3153365950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ue contenuti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>
            <a:extLst>
              <a:ext uri="{FF2B5EF4-FFF2-40B4-BE49-F238E27FC236}">
                <a16:creationId xmlns:a16="http://schemas.microsoft.com/office/drawing/2014/main" id="{6F1BE85C-FD49-3E73-6DFA-6FB94ED6C37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it-IT"/>
              <a:t>Fare clic per modificare lo stile del titolo dello schema</a:t>
            </a:r>
          </a:p>
        </p:txBody>
      </p:sp>
      <p:sp>
        <p:nvSpPr>
          <p:cNvPr id="3" name="Segnaposto contenuto 2">
            <a:extLst>
              <a:ext uri="{FF2B5EF4-FFF2-40B4-BE49-F238E27FC236}">
                <a16:creationId xmlns:a16="http://schemas.microsoft.com/office/drawing/2014/main" id="{7A2210D1-42C3-22FF-B608-921A2204457C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it-IT"/>
              <a:t>Fare clic per modificare gli stili del testo dello schema</a:t>
            </a:r>
          </a:p>
          <a:p>
            <a:pPr lvl="1"/>
            <a:r>
              <a:rPr lang="it-IT"/>
              <a:t>Secondo livello</a:t>
            </a:r>
          </a:p>
          <a:p>
            <a:pPr lvl="2"/>
            <a:r>
              <a:rPr lang="it-IT"/>
              <a:t>Terzo livello</a:t>
            </a:r>
          </a:p>
          <a:p>
            <a:pPr lvl="3"/>
            <a:r>
              <a:rPr lang="it-IT"/>
              <a:t>Quarto livello</a:t>
            </a:r>
          </a:p>
          <a:p>
            <a:pPr lvl="4"/>
            <a:r>
              <a:rPr lang="it-IT"/>
              <a:t>Quinto livello</a:t>
            </a:r>
          </a:p>
        </p:txBody>
      </p:sp>
      <p:sp>
        <p:nvSpPr>
          <p:cNvPr id="4" name="Segnaposto contenuto 3">
            <a:extLst>
              <a:ext uri="{FF2B5EF4-FFF2-40B4-BE49-F238E27FC236}">
                <a16:creationId xmlns:a16="http://schemas.microsoft.com/office/drawing/2014/main" id="{FD52471F-A711-5E7B-D4C3-92FAD9F20FC4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it-IT"/>
              <a:t>Fare clic per modificare gli stili del testo dello schema</a:t>
            </a:r>
          </a:p>
          <a:p>
            <a:pPr lvl="1"/>
            <a:r>
              <a:rPr lang="it-IT"/>
              <a:t>Secondo livello</a:t>
            </a:r>
          </a:p>
          <a:p>
            <a:pPr lvl="2"/>
            <a:r>
              <a:rPr lang="it-IT"/>
              <a:t>Terzo livello</a:t>
            </a:r>
          </a:p>
          <a:p>
            <a:pPr lvl="3"/>
            <a:r>
              <a:rPr lang="it-IT"/>
              <a:t>Quarto livello</a:t>
            </a:r>
          </a:p>
          <a:p>
            <a:pPr lvl="4"/>
            <a:r>
              <a:rPr lang="it-IT"/>
              <a:t>Quinto livello</a:t>
            </a:r>
          </a:p>
        </p:txBody>
      </p:sp>
      <p:sp>
        <p:nvSpPr>
          <p:cNvPr id="5" name="Segnaposto data 4">
            <a:extLst>
              <a:ext uri="{FF2B5EF4-FFF2-40B4-BE49-F238E27FC236}">
                <a16:creationId xmlns:a16="http://schemas.microsoft.com/office/drawing/2014/main" id="{17CC3F1D-7A49-123B-4C6C-907C316DF00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59F84F6-4D5E-47D7-9E3F-4DBE9FB5143B}" type="datetimeFigureOut">
              <a:rPr lang="it-IT" smtClean="0"/>
              <a:t>17/07/2023</a:t>
            </a:fld>
            <a:endParaRPr lang="it-IT"/>
          </a:p>
        </p:txBody>
      </p:sp>
      <p:sp>
        <p:nvSpPr>
          <p:cNvPr id="6" name="Segnaposto piè di pagina 5">
            <a:extLst>
              <a:ext uri="{FF2B5EF4-FFF2-40B4-BE49-F238E27FC236}">
                <a16:creationId xmlns:a16="http://schemas.microsoft.com/office/drawing/2014/main" id="{11129E6F-1850-BF3F-428D-DF8478A0C80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it-IT"/>
          </a:p>
        </p:txBody>
      </p:sp>
      <p:sp>
        <p:nvSpPr>
          <p:cNvPr id="7" name="Segnaposto numero diapositiva 6">
            <a:extLst>
              <a:ext uri="{FF2B5EF4-FFF2-40B4-BE49-F238E27FC236}">
                <a16:creationId xmlns:a16="http://schemas.microsoft.com/office/drawing/2014/main" id="{7FDBEABA-8DE4-5D9A-001D-FD5522766A4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70E8F87-56C0-4374-9A81-B994D4C839C7}" type="slidenum">
              <a:rPr lang="it-IT" smtClean="0"/>
              <a:t>‹#›</a:t>
            </a:fld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4230391574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nfron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>
            <a:extLst>
              <a:ext uri="{FF2B5EF4-FFF2-40B4-BE49-F238E27FC236}">
                <a16:creationId xmlns:a16="http://schemas.microsoft.com/office/drawing/2014/main" id="{779A237B-FE99-1BA4-59E4-BE415A62FE4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it-IT"/>
              <a:t>Fare clic per modificare lo stile del titolo dello schema</a:t>
            </a:r>
          </a:p>
        </p:txBody>
      </p:sp>
      <p:sp>
        <p:nvSpPr>
          <p:cNvPr id="3" name="Segnaposto testo 2">
            <a:extLst>
              <a:ext uri="{FF2B5EF4-FFF2-40B4-BE49-F238E27FC236}">
                <a16:creationId xmlns:a16="http://schemas.microsoft.com/office/drawing/2014/main" id="{42E5D139-BA62-703F-B384-1D1CE7E59DBC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it-IT"/>
              <a:t>Fare clic per modificare gli stili del testo dello schema</a:t>
            </a:r>
          </a:p>
        </p:txBody>
      </p:sp>
      <p:sp>
        <p:nvSpPr>
          <p:cNvPr id="4" name="Segnaposto contenuto 3">
            <a:extLst>
              <a:ext uri="{FF2B5EF4-FFF2-40B4-BE49-F238E27FC236}">
                <a16:creationId xmlns:a16="http://schemas.microsoft.com/office/drawing/2014/main" id="{BABDA243-0EE7-4A6C-0054-D7DF599C78A2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it-IT"/>
              <a:t>Fare clic per modificare gli stili del testo dello schema</a:t>
            </a:r>
          </a:p>
          <a:p>
            <a:pPr lvl="1"/>
            <a:r>
              <a:rPr lang="it-IT"/>
              <a:t>Secondo livello</a:t>
            </a:r>
          </a:p>
          <a:p>
            <a:pPr lvl="2"/>
            <a:r>
              <a:rPr lang="it-IT"/>
              <a:t>Terzo livello</a:t>
            </a:r>
          </a:p>
          <a:p>
            <a:pPr lvl="3"/>
            <a:r>
              <a:rPr lang="it-IT"/>
              <a:t>Quarto livello</a:t>
            </a:r>
          </a:p>
          <a:p>
            <a:pPr lvl="4"/>
            <a:r>
              <a:rPr lang="it-IT"/>
              <a:t>Quinto livello</a:t>
            </a:r>
          </a:p>
        </p:txBody>
      </p:sp>
      <p:sp>
        <p:nvSpPr>
          <p:cNvPr id="5" name="Segnaposto testo 4">
            <a:extLst>
              <a:ext uri="{FF2B5EF4-FFF2-40B4-BE49-F238E27FC236}">
                <a16:creationId xmlns:a16="http://schemas.microsoft.com/office/drawing/2014/main" id="{73BBA205-A2B9-301E-505D-4D74DFF8730D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it-IT"/>
              <a:t>Fare clic per modificare gli stili del testo dello schema</a:t>
            </a:r>
          </a:p>
        </p:txBody>
      </p:sp>
      <p:sp>
        <p:nvSpPr>
          <p:cNvPr id="6" name="Segnaposto contenuto 5">
            <a:extLst>
              <a:ext uri="{FF2B5EF4-FFF2-40B4-BE49-F238E27FC236}">
                <a16:creationId xmlns:a16="http://schemas.microsoft.com/office/drawing/2014/main" id="{552221F3-C15E-EC25-8774-A5D0DF4B5FF1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it-IT"/>
              <a:t>Fare clic per modificare gli stili del testo dello schema</a:t>
            </a:r>
          </a:p>
          <a:p>
            <a:pPr lvl="1"/>
            <a:r>
              <a:rPr lang="it-IT"/>
              <a:t>Secondo livello</a:t>
            </a:r>
          </a:p>
          <a:p>
            <a:pPr lvl="2"/>
            <a:r>
              <a:rPr lang="it-IT"/>
              <a:t>Terzo livello</a:t>
            </a:r>
          </a:p>
          <a:p>
            <a:pPr lvl="3"/>
            <a:r>
              <a:rPr lang="it-IT"/>
              <a:t>Quarto livello</a:t>
            </a:r>
          </a:p>
          <a:p>
            <a:pPr lvl="4"/>
            <a:r>
              <a:rPr lang="it-IT"/>
              <a:t>Quinto livello</a:t>
            </a:r>
          </a:p>
        </p:txBody>
      </p:sp>
      <p:sp>
        <p:nvSpPr>
          <p:cNvPr id="7" name="Segnaposto data 6">
            <a:extLst>
              <a:ext uri="{FF2B5EF4-FFF2-40B4-BE49-F238E27FC236}">
                <a16:creationId xmlns:a16="http://schemas.microsoft.com/office/drawing/2014/main" id="{61549CE2-2F7F-75BB-C613-AEBC0B392FB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59F84F6-4D5E-47D7-9E3F-4DBE9FB5143B}" type="datetimeFigureOut">
              <a:rPr lang="it-IT" smtClean="0"/>
              <a:t>17/07/2023</a:t>
            </a:fld>
            <a:endParaRPr lang="it-IT"/>
          </a:p>
        </p:txBody>
      </p:sp>
      <p:sp>
        <p:nvSpPr>
          <p:cNvPr id="8" name="Segnaposto piè di pagina 7">
            <a:extLst>
              <a:ext uri="{FF2B5EF4-FFF2-40B4-BE49-F238E27FC236}">
                <a16:creationId xmlns:a16="http://schemas.microsoft.com/office/drawing/2014/main" id="{AF56C944-EAA4-C95C-6CE8-8B83A9E9BFA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it-IT"/>
          </a:p>
        </p:txBody>
      </p:sp>
      <p:sp>
        <p:nvSpPr>
          <p:cNvPr id="9" name="Segnaposto numero diapositiva 8">
            <a:extLst>
              <a:ext uri="{FF2B5EF4-FFF2-40B4-BE49-F238E27FC236}">
                <a16:creationId xmlns:a16="http://schemas.microsoft.com/office/drawing/2014/main" id="{D2CB5875-F457-0DC7-CBCA-7904066E2F2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70E8F87-56C0-4374-9A81-B994D4C839C7}" type="slidenum">
              <a:rPr lang="it-IT" smtClean="0"/>
              <a:t>‹#›</a:t>
            </a:fld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3747003341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Solo tito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>
            <a:extLst>
              <a:ext uri="{FF2B5EF4-FFF2-40B4-BE49-F238E27FC236}">
                <a16:creationId xmlns:a16="http://schemas.microsoft.com/office/drawing/2014/main" id="{A34EBE61-3666-3FEC-01DF-52E8C1E2319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it-IT"/>
              <a:t>Fare clic per modificare lo stile del titolo dello schema</a:t>
            </a:r>
          </a:p>
        </p:txBody>
      </p:sp>
      <p:sp>
        <p:nvSpPr>
          <p:cNvPr id="3" name="Segnaposto data 2">
            <a:extLst>
              <a:ext uri="{FF2B5EF4-FFF2-40B4-BE49-F238E27FC236}">
                <a16:creationId xmlns:a16="http://schemas.microsoft.com/office/drawing/2014/main" id="{ABA51FCF-82E9-73EC-D2DF-721AD64152C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59F84F6-4D5E-47D7-9E3F-4DBE9FB5143B}" type="datetimeFigureOut">
              <a:rPr lang="it-IT" smtClean="0"/>
              <a:t>17/07/2023</a:t>
            </a:fld>
            <a:endParaRPr lang="it-IT"/>
          </a:p>
        </p:txBody>
      </p:sp>
      <p:sp>
        <p:nvSpPr>
          <p:cNvPr id="4" name="Segnaposto piè di pagina 3">
            <a:extLst>
              <a:ext uri="{FF2B5EF4-FFF2-40B4-BE49-F238E27FC236}">
                <a16:creationId xmlns:a16="http://schemas.microsoft.com/office/drawing/2014/main" id="{5F69EF1D-1711-AD69-8521-08F5AB79728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it-IT"/>
          </a:p>
        </p:txBody>
      </p:sp>
      <p:sp>
        <p:nvSpPr>
          <p:cNvPr id="5" name="Segnaposto numero diapositiva 4">
            <a:extLst>
              <a:ext uri="{FF2B5EF4-FFF2-40B4-BE49-F238E27FC236}">
                <a16:creationId xmlns:a16="http://schemas.microsoft.com/office/drawing/2014/main" id="{B41BD384-263D-05D1-16CF-2652A86A8CE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70E8F87-56C0-4374-9A81-B994D4C839C7}" type="slidenum">
              <a:rPr lang="it-IT" smtClean="0"/>
              <a:t>‹#›</a:t>
            </a:fld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2018167326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Vuot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egnaposto data 1">
            <a:extLst>
              <a:ext uri="{FF2B5EF4-FFF2-40B4-BE49-F238E27FC236}">
                <a16:creationId xmlns:a16="http://schemas.microsoft.com/office/drawing/2014/main" id="{D199C60B-BECD-AA63-E42A-EB42EE1EAFC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59F84F6-4D5E-47D7-9E3F-4DBE9FB5143B}" type="datetimeFigureOut">
              <a:rPr lang="it-IT" smtClean="0"/>
              <a:t>17/07/2023</a:t>
            </a:fld>
            <a:endParaRPr lang="it-IT"/>
          </a:p>
        </p:txBody>
      </p:sp>
      <p:sp>
        <p:nvSpPr>
          <p:cNvPr id="3" name="Segnaposto piè di pagina 2">
            <a:extLst>
              <a:ext uri="{FF2B5EF4-FFF2-40B4-BE49-F238E27FC236}">
                <a16:creationId xmlns:a16="http://schemas.microsoft.com/office/drawing/2014/main" id="{E398AC38-D91F-98BB-B3F4-4C566717244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it-IT"/>
          </a:p>
        </p:txBody>
      </p:sp>
      <p:sp>
        <p:nvSpPr>
          <p:cNvPr id="4" name="Segnaposto numero diapositiva 3">
            <a:extLst>
              <a:ext uri="{FF2B5EF4-FFF2-40B4-BE49-F238E27FC236}">
                <a16:creationId xmlns:a16="http://schemas.microsoft.com/office/drawing/2014/main" id="{232379B4-D868-1DCB-5709-CBCCA2FD4AF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70E8F87-56C0-4374-9A81-B994D4C839C7}" type="slidenum">
              <a:rPr lang="it-IT" smtClean="0"/>
              <a:t>‹#›</a:t>
            </a:fld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4239246826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uto con didascali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>
            <a:extLst>
              <a:ext uri="{FF2B5EF4-FFF2-40B4-BE49-F238E27FC236}">
                <a16:creationId xmlns:a16="http://schemas.microsoft.com/office/drawing/2014/main" id="{E94B3357-F908-912D-0076-543A1D59619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it-IT"/>
              <a:t>Fare clic per modificare lo stile del titolo dello schema</a:t>
            </a:r>
          </a:p>
        </p:txBody>
      </p:sp>
      <p:sp>
        <p:nvSpPr>
          <p:cNvPr id="3" name="Segnaposto contenuto 2">
            <a:extLst>
              <a:ext uri="{FF2B5EF4-FFF2-40B4-BE49-F238E27FC236}">
                <a16:creationId xmlns:a16="http://schemas.microsoft.com/office/drawing/2014/main" id="{6260FFE5-053B-1BCA-2EEE-CD00EBD1923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it-IT"/>
              <a:t>Fare clic per modificare gli stili del testo dello schema</a:t>
            </a:r>
          </a:p>
          <a:p>
            <a:pPr lvl="1"/>
            <a:r>
              <a:rPr lang="it-IT"/>
              <a:t>Secondo livello</a:t>
            </a:r>
          </a:p>
          <a:p>
            <a:pPr lvl="2"/>
            <a:r>
              <a:rPr lang="it-IT"/>
              <a:t>Terzo livello</a:t>
            </a:r>
          </a:p>
          <a:p>
            <a:pPr lvl="3"/>
            <a:r>
              <a:rPr lang="it-IT"/>
              <a:t>Quarto livello</a:t>
            </a:r>
          </a:p>
          <a:p>
            <a:pPr lvl="4"/>
            <a:r>
              <a:rPr lang="it-IT"/>
              <a:t>Quinto livello</a:t>
            </a:r>
          </a:p>
        </p:txBody>
      </p:sp>
      <p:sp>
        <p:nvSpPr>
          <p:cNvPr id="4" name="Segnaposto testo 3">
            <a:extLst>
              <a:ext uri="{FF2B5EF4-FFF2-40B4-BE49-F238E27FC236}">
                <a16:creationId xmlns:a16="http://schemas.microsoft.com/office/drawing/2014/main" id="{59A71DD5-8813-8F59-A45C-2C1A37E6675F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it-IT"/>
              <a:t>Fare clic per modificare gli stili del testo dello schema</a:t>
            </a:r>
          </a:p>
        </p:txBody>
      </p:sp>
      <p:sp>
        <p:nvSpPr>
          <p:cNvPr id="5" name="Segnaposto data 4">
            <a:extLst>
              <a:ext uri="{FF2B5EF4-FFF2-40B4-BE49-F238E27FC236}">
                <a16:creationId xmlns:a16="http://schemas.microsoft.com/office/drawing/2014/main" id="{8E3E67ED-015A-3FDF-09D6-979FEABB3B3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59F84F6-4D5E-47D7-9E3F-4DBE9FB5143B}" type="datetimeFigureOut">
              <a:rPr lang="it-IT" smtClean="0"/>
              <a:t>17/07/2023</a:t>
            </a:fld>
            <a:endParaRPr lang="it-IT"/>
          </a:p>
        </p:txBody>
      </p:sp>
      <p:sp>
        <p:nvSpPr>
          <p:cNvPr id="6" name="Segnaposto piè di pagina 5">
            <a:extLst>
              <a:ext uri="{FF2B5EF4-FFF2-40B4-BE49-F238E27FC236}">
                <a16:creationId xmlns:a16="http://schemas.microsoft.com/office/drawing/2014/main" id="{AF43358B-6CA5-5DE0-4BFC-1CE2A01D7ED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it-IT"/>
          </a:p>
        </p:txBody>
      </p:sp>
      <p:sp>
        <p:nvSpPr>
          <p:cNvPr id="7" name="Segnaposto numero diapositiva 6">
            <a:extLst>
              <a:ext uri="{FF2B5EF4-FFF2-40B4-BE49-F238E27FC236}">
                <a16:creationId xmlns:a16="http://schemas.microsoft.com/office/drawing/2014/main" id="{387E1E85-D572-24A4-98EF-598D1FED118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70E8F87-56C0-4374-9A81-B994D4C839C7}" type="slidenum">
              <a:rPr lang="it-IT" smtClean="0"/>
              <a:t>‹#›</a:t>
            </a:fld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2043997059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magine con didascali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>
            <a:extLst>
              <a:ext uri="{FF2B5EF4-FFF2-40B4-BE49-F238E27FC236}">
                <a16:creationId xmlns:a16="http://schemas.microsoft.com/office/drawing/2014/main" id="{B2871604-668C-DD63-69D7-4F49CFD58AA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it-IT"/>
              <a:t>Fare clic per modificare lo stile del titolo dello schema</a:t>
            </a:r>
          </a:p>
        </p:txBody>
      </p:sp>
      <p:sp>
        <p:nvSpPr>
          <p:cNvPr id="3" name="Segnaposto immagine 2">
            <a:extLst>
              <a:ext uri="{FF2B5EF4-FFF2-40B4-BE49-F238E27FC236}">
                <a16:creationId xmlns:a16="http://schemas.microsoft.com/office/drawing/2014/main" id="{05A3FC19-B900-5AB3-D721-0DAE3778B18D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it-IT"/>
          </a:p>
        </p:txBody>
      </p:sp>
      <p:sp>
        <p:nvSpPr>
          <p:cNvPr id="4" name="Segnaposto testo 3">
            <a:extLst>
              <a:ext uri="{FF2B5EF4-FFF2-40B4-BE49-F238E27FC236}">
                <a16:creationId xmlns:a16="http://schemas.microsoft.com/office/drawing/2014/main" id="{390CD8B3-A406-73E6-FBEC-D49EB7400834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it-IT"/>
              <a:t>Fare clic per modificare gli stili del testo dello schema</a:t>
            </a:r>
          </a:p>
        </p:txBody>
      </p:sp>
      <p:sp>
        <p:nvSpPr>
          <p:cNvPr id="5" name="Segnaposto data 4">
            <a:extLst>
              <a:ext uri="{FF2B5EF4-FFF2-40B4-BE49-F238E27FC236}">
                <a16:creationId xmlns:a16="http://schemas.microsoft.com/office/drawing/2014/main" id="{052B26B4-6C3D-F4AD-641F-B6D2A283DE4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59F84F6-4D5E-47D7-9E3F-4DBE9FB5143B}" type="datetimeFigureOut">
              <a:rPr lang="it-IT" smtClean="0"/>
              <a:t>17/07/2023</a:t>
            </a:fld>
            <a:endParaRPr lang="it-IT"/>
          </a:p>
        </p:txBody>
      </p:sp>
      <p:sp>
        <p:nvSpPr>
          <p:cNvPr id="6" name="Segnaposto piè di pagina 5">
            <a:extLst>
              <a:ext uri="{FF2B5EF4-FFF2-40B4-BE49-F238E27FC236}">
                <a16:creationId xmlns:a16="http://schemas.microsoft.com/office/drawing/2014/main" id="{9878B3EB-7DB6-B6AF-526B-16D632CA661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it-IT"/>
          </a:p>
        </p:txBody>
      </p:sp>
      <p:sp>
        <p:nvSpPr>
          <p:cNvPr id="7" name="Segnaposto numero diapositiva 6">
            <a:extLst>
              <a:ext uri="{FF2B5EF4-FFF2-40B4-BE49-F238E27FC236}">
                <a16:creationId xmlns:a16="http://schemas.microsoft.com/office/drawing/2014/main" id="{1124481F-5C07-47D2-63D0-22C4539001D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70E8F87-56C0-4374-9A81-B994D4C839C7}" type="slidenum">
              <a:rPr lang="it-IT" smtClean="0"/>
              <a:t>‹#›</a:t>
            </a:fld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3054401024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olo e testo vertica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>
            <a:extLst>
              <a:ext uri="{FF2B5EF4-FFF2-40B4-BE49-F238E27FC236}">
                <a16:creationId xmlns:a16="http://schemas.microsoft.com/office/drawing/2014/main" id="{5BFB36AA-67FD-1A93-EDFD-9D1731B2B23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it-IT"/>
              <a:t>Fare clic per modificare lo stile del titolo dello schema</a:t>
            </a:r>
          </a:p>
        </p:txBody>
      </p:sp>
      <p:sp>
        <p:nvSpPr>
          <p:cNvPr id="3" name="Segnaposto testo verticale 2">
            <a:extLst>
              <a:ext uri="{FF2B5EF4-FFF2-40B4-BE49-F238E27FC236}">
                <a16:creationId xmlns:a16="http://schemas.microsoft.com/office/drawing/2014/main" id="{11EE1BFA-4B17-6340-499A-2B9BFFF21839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it-IT"/>
              <a:t>Fare clic per modificare gli stili del testo dello schema</a:t>
            </a:r>
          </a:p>
          <a:p>
            <a:pPr lvl="1"/>
            <a:r>
              <a:rPr lang="it-IT"/>
              <a:t>Secondo livello</a:t>
            </a:r>
          </a:p>
          <a:p>
            <a:pPr lvl="2"/>
            <a:r>
              <a:rPr lang="it-IT"/>
              <a:t>Terzo livello</a:t>
            </a:r>
          </a:p>
          <a:p>
            <a:pPr lvl="3"/>
            <a:r>
              <a:rPr lang="it-IT"/>
              <a:t>Quarto livello</a:t>
            </a:r>
          </a:p>
          <a:p>
            <a:pPr lvl="4"/>
            <a:r>
              <a:rPr lang="it-IT"/>
              <a:t>Quinto livello</a:t>
            </a:r>
          </a:p>
        </p:txBody>
      </p:sp>
      <p:sp>
        <p:nvSpPr>
          <p:cNvPr id="4" name="Segnaposto data 3">
            <a:extLst>
              <a:ext uri="{FF2B5EF4-FFF2-40B4-BE49-F238E27FC236}">
                <a16:creationId xmlns:a16="http://schemas.microsoft.com/office/drawing/2014/main" id="{028C28BF-7E61-B65B-524B-838D61DFA37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59F84F6-4D5E-47D7-9E3F-4DBE9FB5143B}" type="datetimeFigureOut">
              <a:rPr lang="it-IT" smtClean="0"/>
              <a:t>17/07/2023</a:t>
            </a:fld>
            <a:endParaRPr lang="it-IT"/>
          </a:p>
        </p:txBody>
      </p:sp>
      <p:sp>
        <p:nvSpPr>
          <p:cNvPr id="5" name="Segnaposto piè di pagina 4">
            <a:extLst>
              <a:ext uri="{FF2B5EF4-FFF2-40B4-BE49-F238E27FC236}">
                <a16:creationId xmlns:a16="http://schemas.microsoft.com/office/drawing/2014/main" id="{9551FAA7-C29E-6452-159D-EEBB6790551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it-IT"/>
          </a:p>
        </p:txBody>
      </p:sp>
      <p:sp>
        <p:nvSpPr>
          <p:cNvPr id="6" name="Segnaposto numero diapositiva 5">
            <a:extLst>
              <a:ext uri="{FF2B5EF4-FFF2-40B4-BE49-F238E27FC236}">
                <a16:creationId xmlns:a16="http://schemas.microsoft.com/office/drawing/2014/main" id="{A997935D-385C-F1CE-B943-3B69BF490EE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70E8F87-56C0-4374-9A81-B994D4C839C7}" type="slidenum">
              <a:rPr lang="it-IT" smtClean="0"/>
              <a:t>‹#›</a:t>
            </a:fld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1248910890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1_Titolo e testo vertica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verticale 1">
            <a:extLst>
              <a:ext uri="{FF2B5EF4-FFF2-40B4-BE49-F238E27FC236}">
                <a16:creationId xmlns:a16="http://schemas.microsoft.com/office/drawing/2014/main" id="{617BD6F6-A1CD-A0AA-0B98-23A26E45CE5E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it-IT"/>
              <a:t>Fare clic per modificare lo stile del titolo dello schema</a:t>
            </a:r>
          </a:p>
        </p:txBody>
      </p:sp>
      <p:sp>
        <p:nvSpPr>
          <p:cNvPr id="3" name="Segnaposto testo verticale 2">
            <a:extLst>
              <a:ext uri="{FF2B5EF4-FFF2-40B4-BE49-F238E27FC236}">
                <a16:creationId xmlns:a16="http://schemas.microsoft.com/office/drawing/2014/main" id="{A14E75E0-10B6-3B6C-B4C1-920D63F849F2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it-IT"/>
              <a:t>Fare clic per modificare gli stili del testo dello schema</a:t>
            </a:r>
          </a:p>
          <a:p>
            <a:pPr lvl="1"/>
            <a:r>
              <a:rPr lang="it-IT"/>
              <a:t>Secondo livello</a:t>
            </a:r>
          </a:p>
          <a:p>
            <a:pPr lvl="2"/>
            <a:r>
              <a:rPr lang="it-IT"/>
              <a:t>Terzo livello</a:t>
            </a:r>
          </a:p>
          <a:p>
            <a:pPr lvl="3"/>
            <a:r>
              <a:rPr lang="it-IT"/>
              <a:t>Quarto livello</a:t>
            </a:r>
          </a:p>
          <a:p>
            <a:pPr lvl="4"/>
            <a:r>
              <a:rPr lang="it-IT"/>
              <a:t>Quinto livello</a:t>
            </a:r>
          </a:p>
        </p:txBody>
      </p:sp>
      <p:sp>
        <p:nvSpPr>
          <p:cNvPr id="4" name="Segnaposto data 3">
            <a:extLst>
              <a:ext uri="{FF2B5EF4-FFF2-40B4-BE49-F238E27FC236}">
                <a16:creationId xmlns:a16="http://schemas.microsoft.com/office/drawing/2014/main" id="{9E782E59-2195-E7E2-FE58-B996B6495D2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59F84F6-4D5E-47D7-9E3F-4DBE9FB5143B}" type="datetimeFigureOut">
              <a:rPr lang="it-IT" smtClean="0"/>
              <a:t>17/07/2023</a:t>
            </a:fld>
            <a:endParaRPr lang="it-IT"/>
          </a:p>
        </p:txBody>
      </p:sp>
      <p:sp>
        <p:nvSpPr>
          <p:cNvPr id="5" name="Segnaposto piè di pagina 4">
            <a:extLst>
              <a:ext uri="{FF2B5EF4-FFF2-40B4-BE49-F238E27FC236}">
                <a16:creationId xmlns:a16="http://schemas.microsoft.com/office/drawing/2014/main" id="{B9D28162-62A7-709D-C802-5808D81E2CD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it-IT"/>
          </a:p>
        </p:txBody>
      </p:sp>
      <p:sp>
        <p:nvSpPr>
          <p:cNvPr id="6" name="Segnaposto numero diapositiva 5">
            <a:extLst>
              <a:ext uri="{FF2B5EF4-FFF2-40B4-BE49-F238E27FC236}">
                <a16:creationId xmlns:a16="http://schemas.microsoft.com/office/drawing/2014/main" id="{3FADE21C-1C06-8FB9-6DAA-F623FD6B831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70E8F87-56C0-4374-9A81-B994D4C839C7}" type="slidenum">
              <a:rPr lang="it-IT" smtClean="0"/>
              <a:t>‹#›</a:t>
            </a:fld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19869302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egnaposto titolo 1">
            <a:extLst>
              <a:ext uri="{FF2B5EF4-FFF2-40B4-BE49-F238E27FC236}">
                <a16:creationId xmlns:a16="http://schemas.microsoft.com/office/drawing/2014/main" id="{3493D196-F236-1185-6D88-85A9C07E162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it-IT"/>
              <a:t>Fare clic per modificare lo stile del titolo dello schema</a:t>
            </a:r>
          </a:p>
        </p:txBody>
      </p:sp>
      <p:sp>
        <p:nvSpPr>
          <p:cNvPr id="3" name="Segnaposto testo 2">
            <a:extLst>
              <a:ext uri="{FF2B5EF4-FFF2-40B4-BE49-F238E27FC236}">
                <a16:creationId xmlns:a16="http://schemas.microsoft.com/office/drawing/2014/main" id="{655D06B4-0D5F-8A36-E785-F6EF03D8E9F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it-IT"/>
              <a:t>Fare clic per modificare gli stili del testo dello schema</a:t>
            </a:r>
          </a:p>
          <a:p>
            <a:pPr lvl="1"/>
            <a:r>
              <a:rPr lang="it-IT"/>
              <a:t>Secondo livello</a:t>
            </a:r>
          </a:p>
          <a:p>
            <a:pPr lvl="2"/>
            <a:r>
              <a:rPr lang="it-IT"/>
              <a:t>Terzo livello</a:t>
            </a:r>
          </a:p>
          <a:p>
            <a:pPr lvl="3"/>
            <a:r>
              <a:rPr lang="it-IT"/>
              <a:t>Quarto livello</a:t>
            </a:r>
          </a:p>
          <a:p>
            <a:pPr lvl="4"/>
            <a:r>
              <a:rPr lang="it-IT"/>
              <a:t>Quinto livello</a:t>
            </a:r>
          </a:p>
        </p:txBody>
      </p:sp>
      <p:sp>
        <p:nvSpPr>
          <p:cNvPr id="4" name="Segnaposto data 3">
            <a:extLst>
              <a:ext uri="{FF2B5EF4-FFF2-40B4-BE49-F238E27FC236}">
                <a16:creationId xmlns:a16="http://schemas.microsoft.com/office/drawing/2014/main" id="{DC2AA957-BE04-F81E-F53B-74D24C4BBA91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59F84F6-4D5E-47D7-9E3F-4DBE9FB5143B}" type="datetimeFigureOut">
              <a:rPr lang="it-IT" smtClean="0"/>
              <a:t>17/07/2023</a:t>
            </a:fld>
            <a:endParaRPr lang="it-IT"/>
          </a:p>
        </p:txBody>
      </p:sp>
      <p:sp>
        <p:nvSpPr>
          <p:cNvPr id="5" name="Segnaposto piè di pagina 4">
            <a:extLst>
              <a:ext uri="{FF2B5EF4-FFF2-40B4-BE49-F238E27FC236}">
                <a16:creationId xmlns:a16="http://schemas.microsoft.com/office/drawing/2014/main" id="{6A176C83-7D76-E140-3151-2F7E086E84AF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it-IT"/>
          </a:p>
        </p:txBody>
      </p:sp>
      <p:sp>
        <p:nvSpPr>
          <p:cNvPr id="6" name="Segnaposto numero diapositiva 5">
            <a:extLst>
              <a:ext uri="{FF2B5EF4-FFF2-40B4-BE49-F238E27FC236}">
                <a16:creationId xmlns:a16="http://schemas.microsoft.com/office/drawing/2014/main" id="{45C2D1AB-A353-8E2D-E1C6-0611D3DF8705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370E8F87-56C0-4374-9A81-B994D4C839C7}" type="slidenum">
              <a:rPr lang="it-IT" smtClean="0"/>
              <a:t>‹#›</a:t>
            </a:fld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157538097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it-IT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8" Type="http://schemas.openxmlformats.org/officeDocument/2006/relationships/image" Target="../media/image5.png"/><Relationship Id="rId3" Type="http://schemas.openxmlformats.org/officeDocument/2006/relationships/diagramData" Target="../diagrams/data1.xml"/><Relationship Id="rId7" Type="http://schemas.microsoft.com/office/2007/relationships/diagramDrawing" Target="../diagrams/drawing1.xml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Relationship Id="rId6" Type="http://schemas.openxmlformats.org/officeDocument/2006/relationships/diagramColors" Target="../diagrams/colors1.xml"/><Relationship Id="rId5" Type="http://schemas.openxmlformats.org/officeDocument/2006/relationships/diagramQuickStyle" Target="../diagrams/quickStyle1.xml"/><Relationship Id="rId10" Type="http://schemas.openxmlformats.org/officeDocument/2006/relationships/image" Target="../media/image7.png"/><Relationship Id="rId4" Type="http://schemas.openxmlformats.org/officeDocument/2006/relationships/diagramLayout" Target="../diagrams/layout1.xml"/><Relationship Id="rId9" Type="http://schemas.openxmlformats.org/officeDocument/2006/relationships/image" Target="../media/image6.png"/></Relationships>
</file>

<file path=ppt/slides/_rels/slide3.xml.rels><?xml version="1.0" encoding="UTF-8" standalone="yes"?>
<Relationships xmlns="http://schemas.openxmlformats.org/package/2006/relationships"><Relationship Id="rId8" Type="http://schemas.openxmlformats.org/officeDocument/2006/relationships/image" Target="../media/image10.png"/><Relationship Id="rId13" Type="http://schemas.openxmlformats.org/officeDocument/2006/relationships/image" Target="../media/image12.svg"/><Relationship Id="rId3" Type="http://schemas.openxmlformats.org/officeDocument/2006/relationships/diagramLayout" Target="../diagrams/layout2.xml"/><Relationship Id="rId7" Type="http://schemas.openxmlformats.org/officeDocument/2006/relationships/image" Target="../media/image2.png"/><Relationship Id="rId12" Type="http://schemas.openxmlformats.org/officeDocument/2006/relationships/image" Target="../media/image11.png"/><Relationship Id="rId2" Type="http://schemas.openxmlformats.org/officeDocument/2006/relationships/diagramData" Target="../diagrams/data2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2.xml"/><Relationship Id="rId11" Type="http://schemas.openxmlformats.org/officeDocument/2006/relationships/image" Target="../media/image4.svg"/><Relationship Id="rId5" Type="http://schemas.openxmlformats.org/officeDocument/2006/relationships/diagramColors" Target="../diagrams/colors2.xml"/><Relationship Id="rId10" Type="http://schemas.openxmlformats.org/officeDocument/2006/relationships/image" Target="../media/image3.png"/><Relationship Id="rId4" Type="http://schemas.openxmlformats.org/officeDocument/2006/relationships/diagramQuickStyle" Target="../diagrams/quickStyle2.xml"/><Relationship Id="rId9" Type="http://schemas.openxmlformats.org/officeDocument/2006/relationships/image" Target="../media/image5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4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8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0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hyperlink" Target="http://localhost:4200" TargetMode="External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Rectangle 13">
            <a:extLst>
              <a:ext uri="{FF2B5EF4-FFF2-40B4-BE49-F238E27FC236}">
                <a16:creationId xmlns:a16="http://schemas.microsoft.com/office/drawing/2014/main" id="{3301E07F-4F79-4B58-8698-EF24DC1ECDB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tx1"/>
              </a:solidFill>
            </a:endParaRPr>
          </a:p>
        </p:txBody>
      </p:sp>
      <p:sp>
        <p:nvSpPr>
          <p:cNvPr id="21" name="Arc 15">
            <a:extLst>
              <a:ext uri="{FF2B5EF4-FFF2-40B4-BE49-F238E27FC236}">
                <a16:creationId xmlns:a16="http://schemas.microsoft.com/office/drawing/2014/main" id="{E58B2195-5055-402F-A3E7-53FF0E4980C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891583" y="775849"/>
            <a:ext cx="2987899" cy="2987899"/>
          </a:xfrm>
          <a:prstGeom prst="arc">
            <a:avLst>
              <a:gd name="adj1" fmla="val 14441841"/>
              <a:gd name="adj2" fmla="val 0"/>
            </a:avLst>
          </a:prstGeom>
          <a:ln w="127000" cap="rnd">
            <a:solidFill>
              <a:schemeClr val="accent4"/>
            </a:solidFill>
            <a:prstDash val="dash"/>
            <a:miter lim="800000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2" name="Oval 17">
            <a:extLst>
              <a:ext uri="{FF2B5EF4-FFF2-40B4-BE49-F238E27FC236}">
                <a16:creationId xmlns:a16="http://schemas.microsoft.com/office/drawing/2014/main" id="{9EE6F773-742A-491A-9A00-A2A150DF500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5229419" y="366810"/>
            <a:ext cx="6124381" cy="6124381"/>
          </a:xfrm>
          <a:prstGeom prst="ellipse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olo 1"/>
          <p:cNvSpPr>
            <a:spLocks noGrp="1"/>
          </p:cNvSpPr>
          <p:nvPr>
            <p:ph type="ctrTitle"/>
          </p:nvPr>
        </p:nvSpPr>
        <p:spPr>
          <a:xfrm>
            <a:off x="838200" y="647593"/>
            <a:ext cx="4467792" cy="3060541"/>
          </a:xfrm>
        </p:spPr>
        <p:txBody>
          <a:bodyPr rtlCol="0">
            <a:normAutofit/>
          </a:bodyPr>
          <a:lstStyle/>
          <a:p>
            <a:pPr rtl="0"/>
            <a:r>
              <a:rPr lang="it-IT" err="1">
                <a:solidFill>
                  <a:srgbClr val="FFFFFF"/>
                </a:solidFill>
              </a:rPr>
              <a:t>FantaBasket</a:t>
            </a:r>
            <a:endParaRPr lang="it-IT">
              <a:solidFill>
                <a:srgbClr val="FFFFFF"/>
              </a:solidFill>
            </a:endParaRPr>
          </a:p>
        </p:txBody>
      </p:sp>
      <p:sp>
        <p:nvSpPr>
          <p:cNvPr id="3" name="Sottotitolo 2"/>
          <p:cNvSpPr>
            <a:spLocks noGrp="1"/>
          </p:cNvSpPr>
          <p:nvPr>
            <p:ph type="subTitle" idx="1"/>
          </p:nvPr>
        </p:nvSpPr>
        <p:spPr>
          <a:xfrm>
            <a:off x="838200" y="3800209"/>
            <a:ext cx="4467792" cy="2410198"/>
          </a:xfrm>
        </p:spPr>
        <p:txBody>
          <a:bodyPr rtlCol="0">
            <a:normAutofit/>
          </a:bodyPr>
          <a:lstStyle/>
          <a:p>
            <a:r>
              <a:rPr lang="it-IT">
                <a:solidFill>
                  <a:srgbClr val="FFFFFF"/>
                </a:solidFill>
              </a:rPr>
              <a:t>Progetto Ingegneria del Software</a:t>
            </a:r>
          </a:p>
          <a:p>
            <a:endParaRPr lang="it-IT">
              <a:solidFill>
                <a:srgbClr val="FFFFFF"/>
              </a:solidFill>
            </a:endParaRPr>
          </a:p>
          <a:p>
            <a:endParaRPr lang="it-IT" sz="1800">
              <a:solidFill>
                <a:srgbClr val="FFFFFF"/>
              </a:solidFill>
            </a:endParaRPr>
          </a:p>
          <a:p>
            <a:r>
              <a:rPr lang="it-IT" sz="1800">
                <a:solidFill>
                  <a:srgbClr val="FFFFFF"/>
                </a:solidFill>
              </a:rPr>
              <a:t>Federico Mingarelli 000099832</a:t>
            </a:r>
          </a:p>
          <a:p>
            <a:r>
              <a:rPr lang="it-IT" sz="1800">
                <a:solidFill>
                  <a:srgbClr val="FFFFFF"/>
                </a:solidFill>
              </a:rPr>
              <a:t>Luca Cimino 0000970880</a:t>
            </a:r>
          </a:p>
          <a:p>
            <a:r>
              <a:rPr lang="it-IT" sz="1800">
                <a:solidFill>
                  <a:srgbClr val="FFFFFF"/>
                </a:solidFill>
              </a:rPr>
              <a:t>Stefano Spadari 0000970191</a:t>
            </a:r>
          </a:p>
          <a:p>
            <a:endParaRPr lang="it-IT">
              <a:solidFill>
                <a:srgbClr val="FFFFFF"/>
              </a:solidFill>
            </a:endParaRPr>
          </a:p>
          <a:p>
            <a:pPr rtl="0"/>
            <a:endParaRPr lang="it-IT">
              <a:solidFill>
                <a:srgbClr val="FFFFFF"/>
              </a:solidFill>
            </a:endParaRPr>
          </a:p>
        </p:txBody>
      </p:sp>
      <p:pic>
        <p:nvPicPr>
          <p:cNvPr id="9" name="Immagine 8">
            <a:extLst>
              <a:ext uri="{FF2B5EF4-FFF2-40B4-BE49-F238E27FC236}">
                <a16:creationId xmlns:a16="http://schemas.microsoft.com/office/drawing/2014/main" id="{BAA7D18C-2234-9618-827D-D66C575A5CD9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184620" y="1374798"/>
            <a:ext cx="4186411" cy="4108404"/>
          </a:xfrm>
          <a:custGeom>
            <a:avLst/>
            <a:gdLst/>
            <a:ahLst/>
            <a:cxnLst/>
            <a:rect l="l" t="t" r="r" b="b"/>
            <a:pathLst>
              <a:path w="4273177" h="4470400">
                <a:moveTo>
                  <a:pt x="75080" y="0"/>
                </a:moveTo>
                <a:lnTo>
                  <a:pt x="4198097" y="0"/>
                </a:lnTo>
                <a:cubicBezTo>
                  <a:pt x="4239563" y="0"/>
                  <a:pt x="4273177" y="33614"/>
                  <a:pt x="4273177" y="75080"/>
                </a:cubicBezTo>
                <a:lnTo>
                  <a:pt x="4273177" y="4395320"/>
                </a:lnTo>
                <a:cubicBezTo>
                  <a:pt x="4273177" y="4436786"/>
                  <a:pt x="4239563" y="4470400"/>
                  <a:pt x="4198097" y="4470400"/>
                </a:cubicBezTo>
                <a:lnTo>
                  <a:pt x="75080" y="4470400"/>
                </a:lnTo>
                <a:cubicBezTo>
                  <a:pt x="33614" y="4470400"/>
                  <a:pt x="0" y="4436786"/>
                  <a:pt x="0" y="4395320"/>
                </a:cubicBezTo>
                <a:lnTo>
                  <a:pt x="0" y="75080"/>
                </a:lnTo>
                <a:cubicBezTo>
                  <a:pt x="0" y="33614"/>
                  <a:pt x="33614" y="0"/>
                  <a:pt x="75080" y="0"/>
                </a:cubicBezTo>
                <a:close/>
              </a:path>
            </a:pathLst>
          </a:custGeom>
        </p:spPr>
      </p:pic>
    </p:spTree>
    <p:extLst>
      <p:ext uri="{BB962C8B-B14F-4D97-AF65-F5344CB8AC3E}">
        <p14:creationId xmlns:p14="http://schemas.microsoft.com/office/powerpoint/2010/main" val="57609097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>
            <a:extLst>
              <a:ext uri="{FF2B5EF4-FFF2-40B4-BE49-F238E27FC236}">
                <a16:creationId xmlns:a16="http://schemas.microsoft.com/office/drawing/2014/main" id="{1E150AE9-1CAE-6AF4-0B8F-7CE27CE4535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it-IT"/>
              <a:t>Breve introduzione</a:t>
            </a:r>
          </a:p>
        </p:txBody>
      </p:sp>
      <p:sp>
        <p:nvSpPr>
          <p:cNvPr id="3" name="Segnaposto contenuto 2">
            <a:extLst>
              <a:ext uri="{FF2B5EF4-FFF2-40B4-BE49-F238E27FC236}">
                <a16:creationId xmlns:a16="http://schemas.microsoft.com/office/drawing/2014/main" id="{496C92B0-F750-FE17-3000-3D3C2F7DDF0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5"/>
            <a:ext cx="7734300" cy="4351338"/>
          </a:xfrm>
        </p:spPr>
        <p:txBody>
          <a:bodyPr/>
          <a:lstStyle/>
          <a:p>
            <a:r>
              <a:rPr lang="it-IT"/>
              <a:t>Applicazione web</a:t>
            </a:r>
          </a:p>
          <a:p>
            <a:pPr marL="0" indent="0">
              <a:buNone/>
            </a:pPr>
            <a:endParaRPr lang="it-IT"/>
          </a:p>
        </p:txBody>
      </p:sp>
      <p:pic>
        <p:nvPicPr>
          <p:cNvPr id="5" name="Immagine 4">
            <a:extLst>
              <a:ext uri="{FF2B5EF4-FFF2-40B4-BE49-F238E27FC236}">
                <a16:creationId xmlns:a16="http://schemas.microsoft.com/office/drawing/2014/main" id="{893539FE-69A1-7A67-074A-C9724E174A3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942212" y="5631074"/>
            <a:ext cx="1249788" cy="1226926"/>
          </a:xfrm>
          <a:prstGeom prst="rect">
            <a:avLst/>
          </a:prstGeom>
        </p:spPr>
      </p:pic>
      <p:graphicFrame>
        <p:nvGraphicFramePr>
          <p:cNvPr id="4" name="Segnaposto contenuto 2">
            <a:extLst>
              <a:ext uri="{FF2B5EF4-FFF2-40B4-BE49-F238E27FC236}">
                <a16:creationId xmlns:a16="http://schemas.microsoft.com/office/drawing/2014/main" id="{563CC5E6-F9B7-4DEF-2FE6-F9F46FCBBA99}"/>
              </a:ext>
            </a:extLst>
          </p:cNvPr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857748296"/>
              </p:ext>
            </p:extLst>
          </p:nvPr>
        </p:nvGraphicFramePr>
        <p:xfrm>
          <a:off x="2439311" y="2655199"/>
          <a:ext cx="6507480" cy="4351338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3" r:lo="rId4" r:qs="rId5" r:cs="rId6"/>
          </a:graphicData>
        </a:graphic>
      </p:graphicFrame>
      <p:pic>
        <p:nvPicPr>
          <p:cNvPr id="7" name="Immagine 6">
            <a:extLst>
              <a:ext uri="{FF2B5EF4-FFF2-40B4-BE49-F238E27FC236}">
                <a16:creationId xmlns:a16="http://schemas.microsoft.com/office/drawing/2014/main" id="{6A283F7E-BB35-49CE-3F85-7BBFAD77366E}"/>
              </a:ext>
            </a:extLst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3429257" y="3647616"/>
            <a:ext cx="1053305" cy="1059462"/>
          </a:xfrm>
          <a:prstGeom prst="rect">
            <a:avLst/>
          </a:prstGeom>
        </p:spPr>
      </p:pic>
      <p:pic>
        <p:nvPicPr>
          <p:cNvPr id="12" name="Immagine 11" descr="Immagine che contiene Elementi grafici, grafica, Carattere, design">
            <a:extLst>
              <a:ext uri="{FF2B5EF4-FFF2-40B4-BE49-F238E27FC236}">
                <a16:creationId xmlns:a16="http://schemas.microsoft.com/office/drawing/2014/main" id="{392EB388-1738-4D2B-FEDA-6C32E1A55F2C}"/>
              </a:ext>
            </a:extLst>
          </p:cNvPr>
          <p:cNvPicPr>
            <a:picLocks noChangeAspect="1"/>
          </p:cNvPicPr>
          <p:nvPr/>
        </p:nvPicPr>
        <p:blipFill>
          <a:blip r:embed="rId9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089845" y="3732756"/>
            <a:ext cx="1732128" cy="974322"/>
          </a:xfrm>
          <a:prstGeom prst="rect">
            <a:avLst/>
          </a:prstGeom>
        </p:spPr>
      </p:pic>
      <p:pic>
        <p:nvPicPr>
          <p:cNvPr id="14" name="Immagine 13" descr="Immagine che contiene simbolo, Elementi grafici, triangolo&#10;&#10;Descrizione generata automaticamente">
            <a:extLst>
              <a:ext uri="{FF2B5EF4-FFF2-40B4-BE49-F238E27FC236}">
                <a16:creationId xmlns:a16="http://schemas.microsoft.com/office/drawing/2014/main" id="{91D46F6C-619A-2787-6799-AE20B310C02D}"/>
              </a:ext>
            </a:extLst>
          </p:cNvPr>
          <p:cNvPicPr>
            <a:picLocks noChangeAspect="1"/>
          </p:cNvPicPr>
          <p:nvPr/>
        </p:nvPicPr>
        <p:blipFill>
          <a:blip r:embed="rId10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909532" y="3665184"/>
            <a:ext cx="1059462" cy="105946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659095503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>
            <a:extLst>
              <a:ext uri="{FF2B5EF4-FFF2-40B4-BE49-F238E27FC236}">
                <a16:creationId xmlns:a16="http://schemas.microsoft.com/office/drawing/2014/main" id="{1E150AE9-1CAE-6AF4-0B8F-7CE27CE4535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51506" y="192846"/>
            <a:ext cx="10515600" cy="1325563"/>
          </a:xfrm>
        </p:spPr>
        <p:txBody>
          <a:bodyPr/>
          <a:lstStyle/>
          <a:p>
            <a:pPr algn="ctr"/>
            <a:r>
              <a:rPr lang="it-IT"/>
              <a:t>Scelte di gestione dei dati persistenti</a:t>
            </a:r>
          </a:p>
        </p:txBody>
      </p:sp>
      <p:graphicFrame>
        <p:nvGraphicFramePr>
          <p:cNvPr id="8" name="Segnaposto contenuto 2">
            <a:extLst>
              <a:ext uri="{FF2B5EF4-FFF2-40B4-BE49-F238E27FC236}">
                <a16:creationId xmlns:a16="http://schemas.microsoft.com/office/drawing/2014/main" id="{F80E7807-D1BF-FEF9-FDDF-0AA3044FF5DD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3092360801"/>
              </p:ext>
            </p:extLst>
          </p:nvPr>
        </p:nvGraphicFramePr>
        <p:xfrm>
          <a:off x="1401086" y="1893199"/>
          <a:ext cx="6507480" cy="4351338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  <p:pic>
        <p:nvPicPr>
          <p:cNvPr id="6" name="Immagine 5">
            <a:extLst>
              <a:ext uri="{FF2B5EF4-FFF2-40B4-BE49-F238E27FC236}">
                <a16:creationId xmlns:a16="http://schemas.microsoft.com/office/drawing/2014/main" id="{BDF4E3A1-D414-5E04-B766-A4C3DC50B2B1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10942212" y="5631074"/>
            <a:ext cx="1249788" cy="1226926"/>
          </a:xfrm>
          <a:prstGeom prst="rect">
            <a:avLst/>
          </a:prstGeom>
        </p:spPr>
      </p:pic>
      <p:pic>
        <p:nvPicPr>
          <p:cNvPr id="9" name="Immagine 8">
            <a:extLst>
              <a:ext uri="{FF2B5EF4-FFF2-40B4-BE49-F238E27FC236}">
                <a16:creationId xmlns:a16="http://schemas.microsoft.com/office/drawing/2014/main" id="{EDA90B73-FC3D-CA96-A2F6-0C33835C22BA}"/>
              </a:ext>
            </a:extLst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5782653" y="2885616"/>
            <a:ext cx="1053305" cy="1059462"/>
          </a:xfrm>
          <a:prstGeom prst="rect">
            <a:avLst/>
          </a:prstGeom>
        </p:spPr>
      </p:pic>
      <p:pic>
        <p:nvPicPr>
          <p:cNvPr id="12" name="Immagine 11">
            <a:extLst>
              <a:ext uri="{FF2B5EF4-FFF2-40B4-BE49-F238E27FC236}">
                <a16:creationId xmlns:a16="http://schemas.microsoft.com/office/drawing/2014/main" id="{59DF1AFD-411A-586A-CAE2-95356339F2E0}"/>
              </a:ext>
            </a:extLst>
      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2391032" y="2885616"/>
            <a:ext cx="1053305" cy="1059462"/>
          </a:xfrm>
          <a:prstGeom prst="rect">
            <a:avLst/>
          </a:prstGeom>
        </p:spPr>
      </p:pic>
      <p:sp>
        <p:nvSpPr>
          <p:cNvPr id="13" name="Rettangolo 12" descr="Database">
            <a:extLst>
              <a:ext uri="{FF2B5EF4-FFF2-40B4-BE49-F238E27FC236}">
                <a16:creationId xmlns:a16="http://schemas.microsoft.com/office/drawing/2014/main" id="{E9A46805-6FB7-7AE1-D209-DE3D4A553883}"/>
              </a:ext>
            </a:extLst>
          </p:cNvPr>
          <p:cNvSpPr>
            <a:spLocks/>
          </p:cNvSpPr>
          <p:nvPr/>
        </p:nvSpPr>
        <p:spPr>
          <a:xfrm>
            <a:off x="2405218" y="2885616"/>
            <a:ext cx="1039178" cy="1043437"/>
          </a:xfrm>
          <a:prstGeom prst="rect">
            <a:avLst/>
          </a:prstGeom>
          <a:blipFill>
            <a:blip r:embed="rId10">
              <a:extLst>
                <a:ext uri="{28A0092B-C50C-407E-A947-70E740481C1C}">
                  <a14:useLocalDpi xmlns:a14="http://schemas.microsoft.com/office/drawing/2010/main" val="0"/>
                </a:ext>
                <a:ext uri="{96DAC541-7B7A-43D3-8B79-37D633B846F1}">
                  <asvg:svgBlip xmlns:asvg="http://schemas.microsoft.com/office/drawing/2016/SVG/main" r:embed="rId11"/>
                </a:ext>
              </a:extLst>
            </a:blip>
            <a:stretch>
              <a:fillRect/>
            </a:stretch>
          </a:blipFill>
        </p:spPr>
        <p:style>
          <a:lnRef idx="2">
            <a:schemeClr val="lt1">
              <a:hueOff val="0"/>
              <a:satOff val="0"/>
              <a:lumOff val="0"/>
              <a:alphaOff val="0"/>
            </a:schemeClr>
          </a:lnRef>
          <a:fillRef idx="1">
            <a:scrgbClr r="0" g="0" b="0"/>
          </a:fillRef>
          <a:effectRef idx="0">
            <a:schemeClr val="accent1">
              <a:hueOff val="0"/>
              <a:satOff val="0"/>
              <a:lumOff val="0"/>
              <a:alphaOff val="0"/>
            </a:schemeClr>
          </a:effectRef>
          <a:fontRef idx="minor">
            <a:schemeClr val="lt1"/>
          </a:fontRef>
        </p:style>
        <p:txBody>
          <a:bodyPr/>
          <a:lstStyle/>
          <a:p>
            <a:endParaRPr lang="it-IT"/>
          </a:p>
        </p:txBody>
      </p:sp>
      <p:sp>
        <p:nvSpPr>
          <p:cNvPr id="16" name="Ovale 15">
            <a:extLst>
              <a:ext uri="{FF2B5EF4-FFF2-40B4-BE49-F238E27FC236}">
                <a16:creationId xmlns:a16="http://schemas.microsoft.com/office/drawing/2014/main" id="{F350AC4A-711D-D5ED-7663-86F01849BDAB}"/>
              </a:ext>
            </a:extLst>
          </p:cNvPr>
          <p:cNvSpPr/>
          <p:nvPr/>
        </p:nvSpPr>
        <p:spPr>
          <a:xfrm>
            <a:off x="8877501" y="2498053"/>
            <a:ext cx="1818562" cy="1818562"/>
          </a:xfrm>
          <a:prstGeom prst="ellipse">
            <a:avLst/>
          </a:prstGeom>
        </p:spPr>
        <p:style>
          <a:lnRef idx="0">
            <a:schemeClr val="accent1">
              <a:hueOff val="0"/>
              <a:satOff val="0"/>
              <a:lumOff val="0"/>
              <a:alphaOff val="0"/>
            </a:schemeClr>
          </a:lnRef>
          <a:fillRef idx="1">
            <a:schemeClr val="accent1">
              <a:tint val="40000"/>
              <a:hueOff val="0"/>
              <a:satOff val="0"/>
              <a:lumOff val="0"/>
              <a:alphaOff val="0"/>
            </a:schemeClr>
          </a:fillRef>
          <a:effectRef idx="0">
            <a:schemeClr val="accent1">
              <a:tint val="40000"/>
              <a:hueOff val="0"/>
              <a:satOff val="0"/>
              <a:lumOff val="0"/>
              <a:alphaOff val="0"/>
            </a:schemeClr>
          </a:effectRef>
          <a:fontRef idx="minor">
            <a:schemeClr val="dk1">
              <a:hueOff val="0"/>
              <a:satOff val="0"/>
              <a:lumOff val="0"/>
              <a:alphaOff val="0"/>
            </a:schemeClr>
          </a:fontRef>
        </p:style>
        <p:txBody>
          <a:bodyPr/>
          <a:lstStyle/>
          <a:p>
            <a:endParaRPr lang="it-IT"/>
          </a:p>
        </p:txBody>
      </p:sp>
      <p:pic>
        <p:nvPicPr>
          <p:cNvPr id="19" name="Elemento grafico 18">
            <a:extLst>
              <a:ext uri="{FF2B5EF4-FFF2-40B4-BE49-F238E27FC236}">
                <a16:creationId xmlns:a16="http://schemas.microsoft.com/office/drawing/2014/main" id="{631EE3CF-A8ED-1B22-A60D-A42A55A90759}"/>
              </a:ext>
            </a:extLst>
          </p:cNvPr>
          <p:cNvPicPr>
            <a:picLocks noChangeAspect="1"/>
          </p:cNvPicPr>
          <p:nvPr/>
        </p:nvPicPr>
        <p:blipFill>
          <a:blip r:embed="rId12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3"/>
              </a:ext>
            </a:extLst>
          </a:blip>
          <a:stretch>
            <a:fillRect/>
          </a:stretch>
        </p:blipFill>
        <p:spPr>
          <a:xfrm>
            <a:off x="9127428" y="2769646"/>
            <a:ext cx="1318707" cy="1318707"/>
          </a:xfrm>
          <a:prstGeom prst="rect">
            <a:avLst/>
          </a:prstGeom>
        </p:spPr>
      </p:pic>
      <p:sp>
        <p:nvSpPr>
          <p:cNvPr id="23" name="CasellaDiTesto 22">
            <a:extLst>
              <a:ext uri="{FF2B5EF4-FFF2-40B4-BE49-F238E27FC236}">
                <a16:creationId xmlns:a16="http://schemas.microsoft.com/office/drawing/2014/main" id="{782F8C6B-02D6-6127-FFFB-891F1B8F8747}"/>
              </a:ext>
            </a:extLst>
          </p:cNvPr>
          <p:cNvSpPr txBox="1"/>
          <p:nvPr/>
        </p:nvSpPr>
        <p:spPr>
          <a:xfrm>
            <a:off x="8618112" y="4863482"/>
            <a:ext cx="23241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it-IT"/>
              <a:t>DB2</a:t>
            </a:r>
          </a:p>
        </p:txBody>
      </p:sp>
    </p:spTree>
    <p:extLst>
      <p:ext uri="{BB962C8B-B14F-4D97-AF65-F5344CB8AC3E}">
        <p14:creationId xmlns:p14="http://schemas.microsoft.com/office/powerpoint/2010/main" val="555379390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>
            <a:extLst>
              <a:ext uri="{FF2B5EF4-FFF2-40B4-BE49-F238E27FC236}">
                <a16:creationId xmlns:a16="http://schemas.microsoft.com/office/drawing/2014/main" id="{1E150AE9-1CAE-6AF4-0B8F-7CE27CE4535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it-IT"/>
              <a:t>Perché </a:t>
            </a:r>
            <a:r>
              <a:rPr lang="it-IT" err="1"/>
              <a:t>Hibernate</a:t>
            </a:r>
            <a:r>
              <a:rPr lang="it-IT"/>
              <a:t>?</a:t>
            </a:r>
          </a:p>
        </p:txBody>
      </p:sp>
      <p:sp>
        <p:nvSpPr>
          <p:cNvPr id="3" name="Segnaposto contenuto 2">
            <a:extLst>
              <a:ext uri="{FF2B5EF4-FFF2-40B4-BE49-F238E27FC236}">
                <a16:creationId xmlns:a16="http://schemas.microsoft.com/office/drawing/2014/main" id="{496C92B0-F750-FE17-3000-3D3C2F7DDF0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5"/>
            <a:ext cx="7734300" cy="4351338"/>
          </a:xfrm>
        </p:spPr>
        <p:txBody>
          <a:bodyPr/>
          <a:lstStyle/>
          <a:p>
            <a:r>
              <a:rPr lang="it-IT"/>
              <a:t>Risolve i conflitti d’impedenza</a:t>
            </a:r>
          </a:p>
          <a:p>
            <a:r>
              <a:rPr lang="it-IT"/>
              <a:t>Persistenza automatica basata su metadati</a:t>
            </a:r>
          </a:p>
          <a:p>
            <a:r>
              <a:rPr lang="it-IT"/>
              <a:t>Poche linee di codice:</a:t>
            </a:r>
          </a:p>
          <a:p>
            <a:pPr lvl="1"/>
            <a:r>
              <a:rPr lang="it-IT" sz="2000"/>
              <a:t>Manutenibilità</a:t>
            </a:r>
          </a:p>
          <a:p>
            <a:pPr lvl="1"/>
            <a:r>
              <a:rPr lang="it-IT" sz="2000"/>
              <a:t>Enfasi su business </a:t>
            </a:r>
            <a:r>
              <a:rPr lang="it-IT" sz="2000" err="1"/>
              <a:t>logic</a:t>
            </a:r>
            <a:endParaRPr lang="it-IT" sz="2000"/>
          </a:p>
          <a:p>
            <a:pPr lvl="1"/>
            <a:r>
              <a:rPr lang="it-IT" sz="2000" err="1"/>
              <a:t>Refactor</a:t>
            </a:r>
            <a:r>
              <a:rPr lang="it-IT" sz="2000"/>
              <a:t> più facile</a:t>
            </a:r>
          </a:p>
          <a:p>
            <a:r>
              <a:rPr lang="it-IT"/>
              <a:t>Indipendente dal </a:t>
            </a:r>
            <a:r>
              <a:rPr lang="it-IT" err="1"/>
              <a:t>vendor</a:t>
            </a:r>
            <a:endParaRPr lang="it-IT"/>
          </a:p>
        </p:txBody>
      </p:sp>
      <p:pic>
        <p:nvPicPr>
          <p:cNvPr id="5" name="Immagine 4">
            <a:extLst>
              <a:ext uri="{FF2B5EF4-FFF2-40B4-BE49-F238E27FC236}">
                <a16:creationId xmlns:a16="http://schemas.microsoft.com/office/drawing/2014/main" id="{893539FE-69A1-7A67-074A-C9724E174A3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942212" y="5631074"/>
            <a:ext cx="1249788" cy="1226926"/>
          </a:xfrm>
          <a:prstGeom prst="rect">
            <a:avLst/>
          </a:prstGeom>
        </p:spPr>
      </p:pic>
      <p:pic>
        <p:nvPicPr>
          <p:cNvPr id="6" name="Immagine 5">
            <a:extLst>
              <a:ext uri="{FF2B5EF4-FFF2-40B4-BE49-F238E27FC236}">
                <a16:creationId xmlns:a16="http://schemas.microsoft.com/office/drawing/2014/main" id="{0B0E3353-9F16-9FB8-0476-ED840E44FA9E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038173" y="863432"/>
            <a:ext cx="3448977" cy="346913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98834534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>
            <a:extLst>
              <a:ext uri="{FF2B5EF4-FFF2-40B4-BE49-F238E27FC236}">
                <a16:creationId xmlns:a16="http://schemas.microsoft.com/office/drawing/2014/main" id="{1E150AE9-1CAE-6AF4-0B8F-7CE27CE4535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it-IT"/>
              <a:t>Mapping delle entità/associazioni</a:t>
            </a:r>
          </a:p>
        </p:txBody>
      </p:sp>
      <p:pic>
        <p:nvPicPr>
          <p:cNvPr id="5" name="Immagine 4">
            <a:extLst>
              <a:ext uri="{FF2B5EF4-FFF2-40B4-BE49-F238E27FC236}">
                <a16:creationId xmlns:a16="http://schemas.microsoft.com/office/drawing/2014/main" id="{893539FE-69A1-7A67-074A-C9724E174A3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942212" y="5631074"/>
            <a:ext cx="1249788" cy="1226926"/>
          </a:xfrm>
          <a:prstGeom prst="rect">
            <a:avLst/>
          </a:prstGeom>
        </p:spPr>
      </p:pic>
      <p:sp>
        <p:nvSpPr>
          <p:cNvPr id="9" name="CasellaDiTesto 8">
            <a:extLst>
              <a:ext uri="{FF2B5EF4-FFF2-40B4-BE49-F238E27FC236}">
                <a16:creationId xmlns:a16="http://schemas.microsoft.com/office/drawing/2014/main" id="{12A9A1B2-C8ED-B5CE-DB7D-FAE6D1E6C537}"/>
              </a:ext>
            </a:extLst>
          </p:cNvPr>
          <p:cNvSpPr txBox="1"/>
          <p:nvPr/>
        </p:nvSpPr>
        <p:spPr>
          <a:xfrm>
            <a:off x="838200" y="1987826"/>
            <a:ext cx="3296478" cy="95410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it-IT" sz="2800" err="1"/>
              <a:t>Eager</a:t>
            </a:r>
            <a:r>
              <a:rPr lang="it-IT" sz="2800"/>
              <a:t>/</a:t>
            </a:r>
            <a:r>
              <a:rPr lang="it-IT" sz="2800" err="1"/>
              <a:t>Lazy</a:t>
            </a:r>
            <a:r>
              <a:rPr lang="it-IT" sz="2800"/>
              <a:t> fetch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it-IT" sz="2800"/>
              <a:t>Lost Update</a:t>
            </a:r>
          </a:p>
        </p:txBody>
      </p:sp>
      <p:pic>
        <p:nvPicPr>
          <p:cNvPr id="11" name="Immagine 10">
            <a:extLst>
              <a:ext uri="{FF2B5EF4-FFF2-40B4-BE49-F238E27FC236}">
                <a16:creationId xmlns:a16="http://schemas.microsoft.com/office/drawing/2014/main" id="{33412676-18F4-0825-9300-D1F8035D558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38200" y="4283556"/>
            <a:ext cx="5677392" cy="2110923"/>
          </a:xfrm>
          <a:prstGeom prst="rect">
            <a:avLst/>
          </a:prstGeom>
        </p:spPr>
      </p:pic>
      <p:pic>
        <p:nvPicPr>
          <p:cNvPr id="13" name="Immagine 12">
            <a:extLst>
              <a:ext uri="{FF2B5EF4-FFF2-40B4-BE49-F238E27FC236}">
                <a16:creationId xmlns:a16="http://schemas.microsoft.com/office/drawing/2014/main" id="{8CC59634-72B0-AE93-F042-40B42EFA86B4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234410" y="1557713"/>
            <a:ext cx="6119390" cy="294919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21730758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>
            <a:extLst>
              <a:ext uri="{FF2B5EF4-FFF2-40B4-BE49-F238E27FC236}">
                <a16:creationId xmlns:a16="http://schemas.microsoft.com/office/drawing/2014/main" id="{1E150AE9-1CAE-6AF4-0B8F-7CE27CE4535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it-IT">
                <a:cs typeface="Calibri Light"/>
              </a:rPr>
              <a:t>Strato dei Controller</a:t>
            </a:r>
            <a:endParaRPr lang="it-IT"/>
          </a:p>
        </p:txBody>
      </p:sp>
      <p:pic>
        <p:nvPicPr>
          <p:cNvPr id="5" name="Immagine 4">
            <a:extLst>
              <a:ext uri="{FF2B5EF4-FFF2-40B4-BE49-F238E27FC236}">
                <a16:creationId xmlns:a16="http://schemas.microsoft.com/office/drawing/2014/main" id="{893539FE-69A1-7A67-074A-C9724E174A3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942212" y="5631074"/>
            <a:ext cx="1249788" cy="1226926"/>
          </a:xfrm>
          <a:prstGeom prst="rect">
            <a:avLst/>
          </a:prstGeom>
        </p:spPr>
      </p:pic>
      <p:pic>
        <p:nvPicPr>
          <p:cNvPr id="8" name="Picture 8" descr="A diagram of a business process&#10;&#10;Description automatically generated">
            <a:extLst>
              <a:ext uri="{FF2B5EF4-FFF2-40B4-BE49-F238E27FC236}">
                <a16:creationId xmlns:a16="http://schemas.microsoft.com/office/drawing/2014/main" id="{7A443845-FB68-7162-0AF3-2BE8C063E387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3"/>
          <a:stretch>
            <a:fillRect/>
          </a:stretch>
        </p:blipFill>
        <p:spPr>
          <a:xfrm>
            <a:off x="2670415" y="3430033"/>
            <a:ext cx="5958416" cy="2236847"/>
          </a:xfrm>
        </p:spPr>
      </p:pic>
      <p:sp>
        <p:nvSpPr>
          <p:cNvPr id="9" name="TextBox 8">
            <a:extLst>
              <a:ext uri="{FF2B5EF4-FFF2-40B4-BE49-F238E27FC236}">
                <a16:creationId xmlns:a16="http://schemas.microsoft.com/office/drawing/2014/main" id="{384E570F-B7AB-D0DB-3E32-AD318CC9515B}"/>
              </a:ext>
            </a:extLst>
          </p:cNvPr>
          <p:cNvSpPr txBox="1"/>
          <p:nvPr/>
        </p:nvSpPr>
        <p:spPr>
          <a:xfrm>
            <a:off x="978370" y="1693332"/>
            <a:ext cx="8472311" cy="2246769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marL="285750" indent="-285750">
              <a:buFont typeface="Arial"/>
              <a:buChar char="•"/>
            </a:pPr>
            <a:r>
              <a:rPr lang="en-US" sz="2800">
                <a:cs typeface="Calibri"/>
              </a:rPr>
              <a:t>Logica di business </a:t>
            </a:r>
            <a:r>
              <a:rPr lang="en-US" sz="2800" err="1">
                <a:cs typeface="Calibri"/>
              </a:rPr>
              <a:t>dell'applicazione</a:t>
            </a:r>
            <a:endParaRPr lang="en-US" sz="2800">
              <a:cs typeface="Calibri"/>
            </a:endParaRPr>
          </a:p>
          <a:p>
            <a:pPr marL="285750" indent="-285750">
              <a:buFont typeface="Arial"/>
              <a:buChar char="•"/>
            </a:pPr>
            <a:r>
              <a:rPr lang="en-US" sz="2800">
                <a:cs typeface="Calibri"/>
              </a:rPr>
              <a:t>Accesso al database </a:t>
            </a:r>
            <a:r>
              <a:rPr lang="en-US" sz="2800" err="1">
                <a:cs typeface="Calibri"/>
              </a:rPr>
              <a:t>mediante</a:t>
            </a:r>
            <a:r>
              <a:rPr lang="en-US" sz="2800">
                <a:cs typeface="Calibri"/>
              </a:rPr>
              <a:t> il framework Hibernate</a:t>
            </a:r>
          </a:p>
          <a:p>
            <a:pPr marL="285750" indent="-285750">
              <a:buFont typeface="Arial"/>
              <a:buChar char="•"/>
            </a:pPr>
            <a:r>
              <a:rPr lang="en-US" sz="2800" err="1">
                <a:cs typeface="Calibri"/>
              </a:rPr>
              <a:t>Implementati</a:t>
            </a:r>
            <a:r>
              <a:rPr lang="en-US" sz="2800">
                <a:cs typeface="Calibri"/>
              </a:rPr>
              <a:t> come controller senza </a:t>
            </a:r>
            <a:r>
              <a:rPr lang="en-US" sz="2800" err="1">
                <a:cs typeface="Calibri"/>
              </a:rPr>
              <a:t>stato</a:t>
            </a:r>
            <a:endParaRPr lang="en-US" sz="2800">
              <a:cs typeface="Calibri"/>
            </a:endParaRPr>
          </a:p>
          <a:p>
            <a:pPr marL="285750" indent="-285750">
              <a:buFont typeface="Arial"/>
              <a:buChar char="•"/>
            </a:pPr>
            <a:endParaRPr lang="en-US" sz="2800">
              <a:cs typeface="Calibri"/>
            </a:endParaRPr>
          </a:p>
          <a:p>
            <a:pPr marL="285750" indent="-285750">
              <a:buFont typeface="Arial"/>
              <a:buChar char="•"/>
            </a:pPr>
            <a:endParaRPr lang="en-US" sz="2800">
              <a:cs typeface="Calibri"/>
            </a:endParaRPr>
          </a:p>
        </p:txBody>
      </p:sp>
    </p:spTree>
    <p:extLst>
      <p:ext uri="{BB962C8B-B14F-4D97-AF65-F5344CB8AC3E}">
        <p14:creationId xmlns:p14="http://schemas.microsoft.com/office/powerpoint/2010/main" val="991060522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>
            <a:extLst>
              <a:ext uri="{FF2B5EF4-FFF2-40B4-BE49-F238E27FC236}">
                <a16:creationId xmlns:a16="http://schemas.microsoft.com/office/drawing/2014/main" id="{1E150AE9-1CAE-6AF4-0B8F-7CE27CE4535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it-IT">
                <a:cs typeface="Calibri Light"/>
              </a:rPr>
              <a:t>Java </a:t>
            </a:r>
            <a:r>
              <a:rPr lang="it-IT" err="1">
                <a:cs typeface="Calibri Light"/>
              </a:rPr>
              <a:t>Servlet</a:t>
            </a:r>
          </a:p>
        </p:txBody>
      </p:sp>
      <p:pic>
        <p:nvPicPr>
          <p:cNvPr id="5" name="Immagine 4">
            <a:extLst>
              <a:ext uri="{FF2B5EF4-FFF2-40B4-BE49-F238E27FC236}">
                <a16:creationId xmlns:a16="http://schemas.microsoft.com/office/drawing/2014/main" id="{893539FE-69A1-7A67-074A-C9724E174A3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942212" y="5631074"/>
            <a:ext cx="1249788" cy="1226926"/>
          </a:xfrm>
          <a:prstGeom prst="rect">
            <a:avLst/>
          </a:prstGeom>
        </p:spPr>
      </p:pic>
      <p:sp>
        <p:nvSpPr>
          <p:cNvPr id="3" name="TextBox 2">
            <a:extLst>
              <a:ext uri="{FF2B5EF4-FFF2-40B4-BE49-F238E27FC236}">
                <a16:creationId xmlns:a16="http://schemas.microsoft.com/office/drawing/2014/main" id="{C297496E-8522-AC9B-AD47-47EE3FA97A61}"/>
              </a:ext>
            </a:extLst>
          </p:cNvPr>
          <p:cNvSpPr txBox="1"/>
          <p:nvPr/>
        </p:nvSpPr>
        <p:spPr>
          <a:xfrm>
            <a:off x="837259" y="1572728"/>
            <a:ext cx="4916628" cy="3354765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marL="285750" indent="-285750">
              <a:buFont typeface="Arial"/>
              <a:buChar char="•"/>
            </a:pPr>
            <a:r>
              <a:rPr lang="en-US" sz="2400" err="1">
                <a:cs typeface="Calibri" panose="020F0502020204030204"/>
              </a:rPr>
              <a:t>Interfaccia</a:t>
            </a:r>
            <a:r>
              <a:rPr lang="en-US" sz="2400">
                <a:cs typeface="Calibri" panose="020F0502020204030204"/>
              </a:rPr>
              <a:t> </a:t>
            </a:r>
            <a:r>
              <a:rPr lang="en-US" sz="2400" err="1">
                <a:cs typeface="Calibri" panose="020F0502020204030204"/>
              </a:rPr>
              <a:t>tra</a:t>
            </a:r>
            <a:r>
              <a:rPr lang="en-US" sz="2400">
                <a:cs typeface="Calibri"/>
              </a:rPr>
              <a:t> frontend e controller</a:t>
            </a:r>
          </a:p>
          <a:p>
            <a:pPr marL="285750" indent="-285750">
              <a:buFont typeface="Arial"/>
              <a:buChar char="•"/>
            </a:pPr>
            <a:r>
              <a:rPr lang="en-US" sz="2400">
                <a:cs typeface="Calibri"/>
              </a:rPr>
              <a:t>Mapping </a:t>
            </a:r>
            <a:r>
              <a:rPr lang="en-US" sz="2400" err="1">
                <a:cs typeface="Calibri"/>
              </a:rPr>
              <a:t>degli</a:t>
            </a:r>
            <a:r>
              <a:rPr lang="en-US" sz="2400">
                <a:cs typeface="Calibri"/>
              </a:rPr>
              <a:t> </a:t>
            </a:r>
            <a:r>
              <a:rPr lang="en-US" sz="2400" err="1">
                <a:cs typeface="Calibri"/>
              </a:rPr>
              <a:t>url</a:t>
            </a:r>
            <a:endParaRPr lang="en-US" sz="2400">
              <a:cs typeface="Calibri"/>
            </a:endParaRPr>
          </a:p>
          <a:p>
            <a:pPr marL="285750" indent="-285750">
              <a:buFont typeface="Arial"/>
              <a:buChar char="•"/>
            </a:pPr>
            <a:r>
              <a:rPr lang="en-US" sz="2400" err="1">
                <a:cs typeface="Calibri"/>
              </a:rPr>
              <a:t>Funzioni</a:t>
            </a:r>
            <a:r>
              <a:rPr lang="en-US" sz="2000">
                <a:cs typeface="Calibri" panose="020F0502020204030204"/>
              </a:rPr>
              <a:t>:</a:t>
            </a:r>
          </a:p>
          <a:p>
            <a:pPr marL="914400" lvl="1" indent="-457200">
              <a:buFont typeface="Arial"/>
              <a:buChar char="•"/>
            </a:pPr>
            <a:r>
              <a:rPr lang="en-US" sz="2000" err="1">
                <a:ea typeface="+mn-lt"/>
                <a:cs typeface="+mn-lt"/>
              </a:rPr>
              <a:t>controllo</a:t>
            </a:r>
            <a:r>
              <a:rPr lang="en-US" sz="2000">
                <a:ea typeface="+mn-lt"/>
                <a:cs typeface="+mn-lt"/>
              </a:rPr>
              <a:t> </a:t>
            </a:r>
            <a:r>
              <a:rPr lang="en-US" sz="2000" err="1">
                <a:ea typeface="+mn-lt"/>
                <a:cs typeface="+mn-lt"/>
              </a:rPr>
              <a:t>dei</a:t>
            </a:r>
            <a:r>
              <a:rPr lang="en-US" sz="2000">
                <a:ea typeface="+mn-lt"/>
                <a:cs typeface="+mn-lt"/>
              </a:rPr>
              <a:t> </a:t>
            </a:r>
            <a:r>
              <a:rPr lang="en-US" sz="2000" err="1">
                <a:ea typeface="+mn-lt"/>
                <a:cs typeface="+mn-lt"/>
              </a:rPr>
              <a:t>parametri</a:t>
            </a:r>
            <a:r>
              <a:rPr lang="en-US" sz="2000">
                <a:ea typeface="+mn-lt"/>
                <a:cs typeface="+mn-lt"/>
              </a:rPr>
              <a:t> e </a:t>
            </a:r>
            <a:r>
              <a:rPr lang="en-US" sz="2000" err="1">
                <a:ea typeface="+mn-lt"/>
                <a:cs typeface="+mn-lt"/>
              </a:rPr>
              <a:t>sanificazione</a:t>
            </a:r>
            <a:r>
              <a:rPr lang="en-US" sz="2000">
                <a:ea typeface="+mn-lt"/>
                <a:cs typeface="+mn-lt"/>
              </a:rPr>
              <a:t> </a:t>
            </a:r>
            <a:r>
              <a:rPr lang="en-US" sz="2000" err="1">
                <a:ea typeface="+mn-lt"/>
                <a:cs typeface="+mn-lt"/>
              </a:rPr>
              <a:t>dell'input</a:t>
            </a:r>
            <a:endParaRPr lang="en-US" sz="2000">
              <a:ea typeface="+mn-lt"/>
              <a:cs typeface="+mn-lt"/>
            </a:endParaRPr>
          </a:p>
          <a:p>
            <a:pPr marL="914400" lvl="1" indent="-457200">
              <a:buFont typeface="Arial"/>
              <a:buChar char="•"/>
            </a:pPr>
            <a:r>
              <a:rPr lang="en-US" sz="2000" err="1">
                <a:ea typeface="+mn-lt"/>
                <a:cs typeface="+mn-lt"/>
              </a:rPr>
              <a:t>gestione</a:t>
            </a:r>
            <a:r>
              <a:rPr lang="en-US" sz="2000">
                <a:ea typeface="+mn-lt"/>
                <a:cs typeface="+mn-lt"/>
              </a:rPr>
              <a:t> </a:t>
            </a:r>
            <a:r>
              <a:rPr lang="en-US" sz="2000" err="1">
                <a:ea typeface="+mn-lt"/>
                <a:cs typeface="+mn-lt"/>
              </a:rPr>
              <a:t>dell'interazione</a:t>
            </a:r>
            <a:r>
              <a:rPr lang="en-US" sz="2000">
                <a:ea typeface="+mn-lt"/>
                <a:cs typeface="+mn-lt"/>
              </a:rPr>
              <a:t> con  il frontend</a:t>
            </a:r>
            <a:endParaRPr lang="en-US" sz="2000">
              <a:cs typeface="Calibri"/>
            </a:endParaRPr>
          </a:p>
          <a:p>
            <a:pPr marL="914400" lvl="1" indent="-457200">
              <a:buFont typeface="Arial"/>
              <a:buChar char="•"/>
            </a:pPr>
            <a:r>
              <a:rPr lang="en-US" sz="2000">
                <a:ea typeface="+mn-lt"/>
                <a:cs typeface="+mn-lt"/>
              </a:rPr>
              <a:t>accesso </a:t>
            </a:r>
            <a:r>
              <a:rPr lang="en-US" sz="2000" err="1">
                <a:ea typeface="+mn-lt"/>
                <a:cs typeface="+mn-lt"/>
              </a:rPr>
              <a:t>alla</a:t>
            </a:r>
            <a:r>
              <a:rPr lang="en-US" sz="2000">
                <a:ea typeface="+mn-lt"/>
                <a:cs typeface="+mn-lt"/>
              </a:rPr>
              <a:t> </a:t>
            </a:r>
            <a:r>
              <a:rPr lang="en-US" sz="2000" err="1">
                <a:ea typeface="+mn-lt"/>
                <a:cs typeface="+mn-lt"/>
              </a:rPr>
              <a:t>sessione</a:t>
            </a:r>
            <a:endParaRPr lang="en-US" sz="2000" err="1">
              <a:cs typeface="Calibri"/>
            </a:endParaRPr>
          </a:p>
          <a:p>
            <a:pPr marL="914400" lvl="1" indent="-457200">
              <a:buFont typeface="Arial"/>
              <a:buChar char="•"/>
            </a:pPr>
            <a:r>
              <a:rPr lang="en-US" sz="2000" err="1">
                <a:ea typeface="+mn-lt"/>
                <a:cs typeface="+mn-lt"/>
              </a:rPr>
              <a:t>gestione</a:t>
            </a:r>
            <a:r>
              <a:rPr lang="en-US" sz="2000">
                <a:ea typeface="+mn-lt"/>
                <a:cs typeface="+mn-lt"/>
              </a:rPr>
              <a:t> del </a:t>
            </a:r>
            <a:r>
              <a:rPr lang="en-US" sz="2000" err="1">
                <a:ea typeface="+mn-lt"/>
                <a:cs typeface="+mn-lt"/>
              </a:rPr>
              <a:t>ciclo</a:t>
            </a:r>
            <a:r>
              <a:rPr lang="en-US" sz="2000">
                <a:ea typeface="+mn-lt"/>
                <a:cs typeface="+mn-lt"/>
              </a:rPr>
              <a:t> di vita ed </a:t>
            </a:r>
            <a:r>
              <a:rPr lang="en-US" sz="2000" err="1">
                <a:ea typeface="+mn-lt"/>
                <a:cs typeface="+mn-lt"/>
              </a:rPr>
              <a:t>interazione</a:t>
            </a:r>
            <a:r>
              <a:rPr lang="en-US" sz="2000">
                <a:ea typeface="+mn-lt"/>
                <a:cs typeface="+mn-lt"/>
              </a:rPr>
              <a:t> con </a:t>
            </a:r>
            <a:r>
              <a:rPr lang="en-US" sz="2000" err="1">
                <a:ea typeface="+mn-lt"/>
                <a:cs typeface="+mn-lt"/>
              </a:rPr>
              <a:t>i</a:t>
            </a:r>
            <a:r>
              <a:rPr lang="en-US" sz="2000">
                <a:ea typeface="+mn-lt"/>
                <a:cs typeface="+mn-lt"/>
              </a:rPr>
              <a:t> controller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D19CC0B1-A61C-759D-CF1A-A480A88B3718}"/>
              </a:ext>
            </a:extLst>
          </p:cNvPr>
          <p:cNvSpPr txBox="1"/>
          <p:nvPr/>
        </p:nvSpPr>
        <p:spPr>
          <a:xfrm>
            <a:off x="837259" y="4894389"/>
            <a:ext cx="5979348" cy="769441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marL="342900" indent="-342900">
              <a:buFont typeface="Arial"/>
              <a:buChar char="•"/>
            </a:pPr>
            <a:r>
              <a:rPr lang="en-US" sz="2400" err="1">
                <a:ea typeface="+mn-lt"/>
                <a:cs typeface="+mn-lt"/>
              </a:rPr>
              <a:t>Vivono</a:t>
            </a:r>
            <a:r>
              <a:rPr lang="en-US" sz="2400">
                <a:ea typeface="+mn-lt"/>
                <a:cs typeface="+mn-lt"/>
              </a:rPr>
              <a:t> </a:t>
            </a:r>
            <a:r>
              <a:rPr lang="en-US" sz="2400" err="1">
                <a:ea typeface="+mn-lt"/>
                <a:cs typeface="+mn-lt"/>
              </a:rPr>
              <a:t>all'interno</a:t>
            </a:r>
            <a:r>
              <a:rPr lang="en-US" sz="2400">
                <a:ea typeface="+mn-lt"/>
                <a:cs typeface="+mn-lt"/>
              </a:rPr>
              <a:t> di un Servlet Container</a:t>
            </a:r>
          </a:p>
          <a:p>
            <a:pPr marL="800100" lvl="1" indent="-342900">
              <a:buFont typeface="Arial"/>
              <a:buChar char="•"/>
            </a:pPr>
            <a:r>
              <a:rPr lang="en-US" sz="2000">
                <a:cs typeface="Calibri" panose="020F0502020204030204"/>
              </a:rPr>
              <a:t>Apache Tomcat</a:t>
            </a:r>
          </a:p>
        </p:txBody>
      </p:sp>
      <p:pic>
        <p:nvPicPr>
          <p:cNvPr id="7" name="Picture 8" descr="A diagram of a server&#10;&#10;Description automatically generated">
            <a:extLst>
              <a:ext uri="{FF2B5EF4-FFF2-40B4-BE49-F238E27FC236}">
                <a16:creationId xmlns:a16="http://schemas.microsoft.com/office/drawing/2014/main" id="{7039A3B1-B00D-E76B-31E1-2BA457A85D26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947575" y="1813028"/>
            <a:ext cx="5431603" cy="308924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90855049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>
            <a:extLst>
              <a:ext uri="{FF2B5EF4-FFF2-40B4-BE49-F238E27FC236}">
                <a16:creationId xmlns:a16="http://schemas.microsoft.com/office/drawing/2014/main" id="{1E150AE9-1CAE-6AF4-0B8F-7CE27CE4535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it-IT">
                <a:cs typeface="Calibri Light"/>
              </a:rPr>
              <a:t>Sessione</a:t>
            </a:r>
          </a:p>
        </p:txBody>
      </p:sp>
      <p:pic>
        <p:nvPicPr>
          <p:cNvPr id="5" name="Immagine 4">
            <a:extLst>
              <a:ext uri="{FF2B5EF4-FFF2-40B4-BE49-F238E27FC236}">
                <a16:creationId xmlns:a16="http://schemas.microsoft.com/office/drawing/2014/main" id="{893539FE-69A1-7A67-074A-C9724E174A3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942212" y="5631074"/>
            <a:ext cx="1249788" cy="1226926"/>
          </a:xfrm>
          <a:prstGeom prst="rect">
            <a:avLst/>
          </a:prstGeom>
        </p:spPr>
      </p:pic>
      <p:sp>
        <p:nvSpPr>
          <p:cNvPr id="4" name="TextBox 3">
            <a:extLst>
              <a:ext uri="{FF2B5EF4-FFF2-40B4-BE49-F238E27FC236}">
                <a16:creationId xmlns:a16="http://schemas.microsoft.com/office/drawing/2014/main" id="{05E01AB3-BE8A-39D8-0095-BCE89376BBD0}"/>
              </a:ext>
            </a:extLst>
          </p:cNvPr>
          <p:cNvSpPr txBox="1"/>
          <p:nvPr/>
        </p:nvSpPr>
        <p:spPr>
          <a:xfrm>
            <a:off x="1147281" y="1524000"/>
            <a:ext cx="8693648" cy="3600986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marL="285750" indent="-285750">
              <a:buFont typeface="Arial"/>
              <a:buChar char="•"/>
            </a:pPr>
            <a:r>
              <a:rPr lang="en-US" sz="2800">
                <a:cs typeface="Calibri" panose="020F0502020204030204"/>
              </a:rPr>
              <a:t>Tomcat </a:t>
            </a:r>
            <a:r>
              <a:rPr lang="en-US" sz="2800" err="1">
                <a:cs typeface="Calibri" panose="020F0502020204030204"/>
              </a:rPr>
              <a:t>gestisce</a:t>
            </a:r>
            <a:r>
              <a:rPr lang="en-US" sz="2800">
                <a:cs typeface="Calibri" panose="020F0502020204030204"/>
              </a:rPr>
              <a:t> le </a:t>
            </a:r>
            <a:r>
              <a:rPr lang="en-US" sz="2800" err="1">
                <a:cs typeface="Calibri" panose="020F0502020204030204"/>
              </a:rPr>
              <a:t>sessioni</a:t>
            </a:r>
            <a:r>
              <a:rPr lang="en-US" sz="2800">
                <a:cs typeface="Calibri" panose="020F0502020204030204"/>
              </a:rPr>
              <a:t> </a:t>
            </a:r>
            <a:r>
              <a:rPr lang="en-US" sz="2800" err="1">
                <a:cs typeface="Calibri" panose="020F0502020204030204"/>
              </a:rPr>
              <a:t>degli</a:t>
            </a:r>
            <a:r>
              <a:rPr lang="en-US" sz="2800">
                <a:cs typeface="Calibri" panose="020F0502020204030204"/>
              </a:rPr>
              <a:t> </a:t>
            </a:r>
            <a:r>
              <a:rPr lang="en-US" sz="2800" err="1">
                <a:cs typeface="Calibri" panose="020F0502020204030204"/>
              </a:rPr>
              <a:t>utenti</a:t>
            </a:r>
            <a:endParaRPr lang="en-US" sz="2800">
              <a:cs typeface="Calibri" panose="020F0502020204030204"/>
            </a:endParaRPr>
          </a:p>
          <a:p>
            <a:pPr marL="285750" indent="-285750">
              <a:buFont typeface="Arial"/>
              <a:buChar char="•"/>
            </a:pPr>
            <a:r>
              <a:rPr lang="en-US" sz="2800" err="1">
                <a:cs typeface="Calibri" panose="020F0502020204030204"/>
              </a:rPr>
              <a:t>Funzionamento</a:t>
            </a:r>
            <a:r>
              <a:rPr lang="en-US" sz="2800">
                <a:cs typeface="Calibri" panose="020F0502020204030204"/>
              </a:rPr>
              <a:t> </a:t>
            </a:r>
            <a:r>
              <a:rPr lang="en-US" sz="2800" err="1">
                <a:cs typeface="Calibri" panose="020F0502020204030204"/>
              </a:rPr>
              <a:t>dell'applicazione</a:t>
            </a:r>
            <a:r>
              <a:rPr lang="en-US" sz="2800">
                <a:cs typeface="Calibri" panose="020F0502020204030204"/>
              </a:rPr>
              <a:t> </a:t>
            </a:r>
            <a:r>
              <a:rPr lang="en-US" sz="2800" err="1">
                <a:cs typeface="Calibri" panose="020F0502020204030204"/>
              </a:rPr>
              <a:t>basato</a:t>
            </a:r>
            <a:r>
              <a:rPr lang="en-US" sz="2800">
                <a:cs typeface="Calibri" panose="020F0502020204030204"/>
              </a:rPr>
              <a:t> </a:t>
            </a:r>
            <a:r>
              <a:rPr lang="en-US" sz="2800" err="1">
                <a:cs typeface="Calibri" panose="020F0502020204030204"/>
              </a:rPr>
              <a:t>sulla</a:t>
            </a:r>
            <a:r>
              <a:rPr lang="en-US" sz="2800">
                <a:cs typeface="Calibri" panose="020F0502020204030204"/>
              </a:rPr>
              <a:t> </a:t>
            </a:r>
            <a:r>
              <a:rPr lang="en-US" sz="2800" err="1">
                <a:cs typeface="Calibri" panose="020F0502020204030204"/>
              </a:rPr>
              <a:t>sessione</a:t>
            </a:r>
            <a:endParaRPr lang="en-US" sz="2800">
              <a:cs typeface="Calibri" panose="020F0502020204030204"/>
            </a:endParaRPr>
          </a:p>
          <a:p>
            <a:pPr marL="285750" indent="-285750">
              <a:buFont typeface="Arial"/>
              <a:buChar char="•"/>
            </a:pPr>
            <a:endParaRPr lang="en-US" sz="2800">
              <a:cs typeface="Calibri" panose="020F0502020204030204"/>
            </a:endParaRPr>
          </a:p>
          <a:p>
            <a:r>
              <a:rPr lang="en-US" sz="2400" err="1">
                <a:cs typeface="Calibri" panose="020F0502020204030204"/>
              </a:rPr>
              <a:t>ServletLogin</a:t>
            </a:r>
            <a:r>
              <a:rPr lang="en-US" sz="2400">
                <a:cs typeface="Calibri" panose="020F0502020204030204"/>
              </a:rPr>
              <a:t>: </a:t>
            </a:r>
            <a:r>
              <a:rPr lang="en-US" sz="2400" err="1">
                <a:cs typeface="Calibri" panose="020F0502020204030204"/>
              </a:rPr>
              <a:t>salvataggio</a:t>
            </a:r>
            <a:r>
              <a:rPr lang="en-US" sz="2400">
                <a:cs typeface="Calibri" panose="020F0502020204030204"/>
              </a:rPr>
              <a:t> di </a:t>
            </a:r>
            <a:r>
              <a:rPr lang="en-US" sz="2400" err="1">
                <a:cs typeface="Calibri" panose="020F0502020204030204"/>
              </a:rPr>
              <a:t>utente</a:t>
            </a:r>
            <a:r>
              <a:rPr lang="en-US" sz="2400">
                <a:cs typeface="Calibri" panose="020F0502020204030204"/>
              </a:rPr>
              <a:t> e </a:t>
            </a:r>
            <a:r>
              <a:rPr lang="en-US" sz="2400" err="1">
                <a:cs typeface="Calibri" panose="020F0502020204030204"/>
              </a:rPr>
              <a:t>lega</a:t>
            </a:r>
            <a:r>
              <a:rPr lang="en-US" sz="2400">
                <a:cs typeface="Calibri" panose="020F0502020204030204"/>
              </a:rPr>
              <a:t> in </a:t>
            </a:r>
            <a:r>
              <a:rPr lang="en-US" sz="2400" err="1">
                <a:cs typeface="Calibri" panose="020F0502020204030204"/>
              </a:rPr>
              <a:t>sessione</a:t>
            </a:r>
          </a:p>
          <a:p>
            <a:endParaRPr lang="en-US" sz="2400">
              <a:cs typeface="Calibri" panose="020F0502020204030204"/>
            </a:endParaRPr>
          </a:p>
          <a:p>
            <a:endParaRPr lang="en-US" sz="2400">
              <a:cs typeface="Calibri" panose="020F0502020204030204"/>
            </a:endParaRPr>
          </a:p>
          <a:p>
            <a:endParaRPr lang="en-US" sz="2400">
              <a:cs typeface="Calibri" panose="020F0502020204030204"/>
            </a:endParaRPr>
          </a:p>
          <a:p>
            <a:r>
              <a:rPr lang="en-US" sz="2400" err="1">
                <a:cs typeface="Calibri" panose="020F0502020204030204"/>
              </a:rPr>
              <a:t>ServletVistaCampionato</a:t>
            </a:r>
          </a:p>
          <a:p>
            <a:endParaRPr lang="en-US" sz="2400">
              <a:cs typeface="Calibri" panose="020F0502020204030204"/>
            </a:endParaRPr>
          </a:p>
        </p:txBody>
      </p:sp>
      <p:pic>
        <p:nvPicPr>
          <p:cNvPr id="9" name="Picture 9" descr="A close-up of a text&#10;&#10;Description automatically generated">
            <a:extLst>
              <a:ext uri="{FF2B5EF4-FFF2-40B4-BE49-F238E27FC236}">
                <a16:creationId xmlns:a16="http://schemas.microsoft.com/office/drawing/2014/main" id="{E4A5DF52-02E3-64A7-2AFB-2D83DBBA00FF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43659" y="3361922"/>
            <a:ext cx="3655718" cy="557490"/>
          </a:xfrm>
          <a:prstGeom prst="rect">
            <a:avLst/>
          </a:prstGeom>
        </p:spPr>
      </p:pic>
      <p:pic>
        <p:nvPicPr>
          <p:cNvPr id="10" name="Picture 10">
            <a:extLst>
              <a:ext uri="{FF2B5EF4-FFF2-40B4-BE49-F238E27FC236}">
                <a16:creationId xmlns:a16="http://schemas.microsoft.com/office/drawing/2014/main" id="{545265AD-8D03-53AD-71B4-C5943E2CAF81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243659" y="4786355"/>
            <a:ext cx="8989718" cy="34269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04570376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>
            <a:extLst>
              <a:ext uri="{FF2B5EF4-FFF2-40B4-BE49-F238E27FC236}">
                <a16:creationId xmlns:a16="http://schemas.microsoft.com/office/drawing/2014/main" id="{1E150AE9-1CAE-6AF4-0B8F-7CE27CE4535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>
                <a:ea typeface="+mj-lt"/>
                <a:cs typeface="+mj-lt"/>
              </a:rPr>
              <a:t>Front-end</a:t>
            </a:r>
            <a:endParaRPr lang="it-IT" dirty="0">
              <a:ea typeface="+mj-lt"/>
              <a:cs typeface="+mj-lt"/>
            </a:endParaRPr>
          </a:p>
        </p:txBody>
      </p:sp>
      <p:pic>
        <p:nvPicPr>
          <p:cNvPr id="5" name="Immagine 4">
            <a:extLst>
              <a:ext uri="{FF2B5EF4-FFF2-40B4-BE49-F238E27FC236}">
                <a16:creationId xmlns:a16="http://schemas.microsoft.com/office/drawing/2014/main" id="{893539FE-69A1-7A67-074A-C9724E174A3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942212" y="5631074"/>
            <a:ext cx="1249788" cy="1226926"/>
          </a:xfrm>
          <a:prstGeom prst="rect">
            <a:avLst/>
          </a:prstGeom>
        </p:spPr>
      </p:pic>
      <p:sp>
        <p:nvSpPr>
          <p:cNvPr id="4" name="TextBox 3">
            <a:extLst>
              <a:ext uri="{FF2B5EF4-FFF2-40B4-BE49-F238E27FC236}">
                <a16:creationId xmlns:a16="http://schemas.microsoft.com/office/drawing/2014/main" id="{05E01AB3-BE8A-39D8-0095-BCE89376BBD0}"/>
              </a:ext>
            </a:extLst>
          </p:cNvPr>
          <p:cNvSpPr txBox="1"/>
          <p:nvPr/>
        </p:nvSpPr>
        <p:spPr>
          <a:xfrm>
            <a:off x="1147281" y="1524000"/>
            <a:ext cx="8693648" cy="867930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marL="285750" indent="-285750">
              <a:lnSpc>
                <a:spcPct val="90000"/>
              </a:lnSpc>
              <a:spcBef>
                <a:spcPts val="1000"/>
              </a:spcBef>
              <a:buFont typeface="Arial"/>
              <a:buChar char="•"/>
            </a:pPr>
            <a:r>
              <a:rPr lang="en-US" sz="2800" dirty="0">
                <a:latin typeface="Arial"/>
                <a:ea typeface="Calibri" panose="020F0502020204030204"/>
                <a:cs typeface="Arial"/>
              </a:rPr>
              <a:t>Per </a:t>
            </a:r>
            <a:r>
              <a:rPr lang="en-US" sz="2800" dirty="0" err="1">
                <a:latin typeface="Arial"/>
                <a:ea typeface="Calibri" panose="020F0502020204030204"/>
                <a:cs typeface="Arial"/>
              </a:rPr>
              <a:t>realizzare</a:t>
            </a:r>
            <a:r>
              <a:rPr lang="en-US" sz="2800" dirty="0">
                <a:latin typeface="Arial"/>
                <a:ea typeface="Calibri" panose="020F0502020204030204"/>
                <a:cs typeface="Arial"/>
              </a:rPr>
              <a:t> la </a:t>
            </a:r>
            <a:r>
              <a:rPr lang="en-US" sz="2800" dirty="0" err="1">
                <a:latin typeface="Arial"/>
                <a:ea typeface="Calibri" panose="020F0502020204030204"/>
                <a:cs typeface="Arial"/>
              </a:rPr>
              <a:t>parte</a:t>
            </a:r>
            <a:r>
              <a:rPr lang="en-US" sz="2800" dirty="0">
                <a:latin typeface="Arial"/>
                <a:ea typeface="Calibri" panose="020F0502020204030204"/>
                <a:cs typeface="Arial"/>
              </a:rPr>
              <a:t> di </a:t>
            </a:r>
            <a:r>
              <a:rPr lang="en-US" sz="2800" dirty="0" err="1">
                <a:latin typeface="Arial"/>
                <a:ea typeface="Calibri" panose="020F0502020204030204"/>
                <a:cs typeface="Arial"/>
              </a:rPr>
              <a:t>visaulizzazione</a:t>
            </a:r>
            <a:r>
              <a:rPr lang="en-US" sz="2800" dirty="0">
                <a:latin typeface="Arial"/>
                <a:ea typeface="Calibri" panose="020F0502020204030204"/>
                <a:cs typeface="Arial"/>
              </a:rPr>
              <a:t> </a:t>
            </a:r>
            <a:r>
              <a:rPr lang="en-US" sz="2800" dirty="0" err="1">
                <a:latin typeface="Arial"/>
                <a:ea typeface="Calibri" panose="020F0502020204030204"/>
                <a:cs typeface="Arial"/>
              </a:rPr>
              <a:t>abbiamo</a:t>
            </a:r>
            <a:r>
              <a:rPr lang="en-US" sz="2800" dirty="0">
                <a:latin typeface="Arial"/>
                <a:ea typeface="Calibri" panose="020F0502020204030204"/>
                <a:cs typeface="Arial"/>
              </a:rPr>
              <a:t> </a:t>
            </a:r>
            <a:r>
              <a:rPr lang="en-US" sz="2800" dirty="0" err="1">
                <a:latin typeface="Arial"/>
                <a:ea typeface="Calibri" panose="020F0502020204030204"/>
                <a:cs typeface="Arial"/>
              </a:rPr>
              <a:t>utilizzato</a:t>
            </a:r>
            <a:r>
              <a:rPr lang="en-US" sz="2800" dirty="0">
                <a:latin typeface="Arial"/>
                <a:ea typeface="Calibri" panose="020F0502020204030204"/>
                <a:cs typeface="Arial"/>
              </a:rPr>
              <a:t> il framework Angular, </a:t>
            </a:r>
            <a:r>
              <a:rPr lang="en-US" sz="2800" dirty="0" err="1">
                <a:latin typeface="Arial"/>
                <a:ea typeface="Calibri" panose="020F0502020204030204"/>
                <a:cs typeface="Arial"/>
              </a:rPr>
              <a:t>fornito</a:t>
            </a:r>
            <a:r>
              <a:rPr lang="en-US" sz="2800" dirty="0">
                <a:latin typeface="Arial"/>
                <a:ea typeface="Calibri" panose="020F0502020204030204"/>
                <a:cs typeface="Arial"/>
              </a:rPr>
              <a:t> da Google. </a:t>
            </a:r>
          </a:p>
        </p:txBody>
      </p:sp>
      <p:pic>
        <p:nvPicPr>
          <p:cNvPr id="3" name="Picture 5" descr="A red and white logo&#10;&#10;Description automatically generated">
            <a:extLst>
              <a:ext uri="{FF2B5EF4-FFF2-40B4-BE49-F238E27FC236}">
                <a16:creationId xmlns:a16="http://schemas.microsoft.com/office/drawing/2014/main" id="{1386E366-C95B-50B7-4785-71CBA2A89AC2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94058" y="2588795"/>
            <a:ext cx="2743200" cy="27432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24168476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>
            <a:extLst>
              <a:ext uri="{FF2B5EF4-FFF2-40B4-BE49-F238E27FC236}">
                <a16:creationId xmlns:a16="http://schemas.microsoft.com/office/drawing/2014/main" id="{1E150AE9-1CAE-6AF4-0B8F-7CE27CE4535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>
                <a:ea typeface="+mj-lt"/>
                <a:cs typeface="+mj-lt"/>
              </a:rPr>
              <a:t>Bootstrap</a:t>
            </a:r>
            <a:endParaRPr lang="en-US" dirty="0"/>
          </a:p>
        </p:txBody>
      </p:sp>
      <p:pic>
        <p:nvPicPr>
          <p:cNvPr id="5" name="Immagine 4">
            <a:extLst>
              <a:ext uri="{FF2B5EF4-FFF2-40B4-BE49-F238E27FC236}">
                <a16:creationId xmlns:a16="http://schemas.microsoft.com/office/drawing/2014/main" id="{893539FE-69A1-7A67-074A-C9724E174A3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942212" y="5631074"/>
            <a:ext cx="1249788" cy="1226926"/>
          </a:xfrm>
          <a:prstGeom prst="rect">
            <a:avLst/>
          </a:prstGeom>
        </p:spPr>
      </p:pic>
      <p:sp>
        <p:nvSpPr>
          <p:cNvPr id="4" name="TextBox 3">
            <a:extLst>
              <a:ext uri="{FF2B5EF4-FFF2-40B4-BE49-F238E27FC236}">
                <a16:creationId xmlns:a16="http://schemas.microsoft.com/office/drawing/2014/main" id="{05E01AB3-BE8A-39D8-0095-BCE89376BBD0}"/>
              </a:ext>
            </a:extLst>
          </p:cNvPr>
          <p:cNvSpPr txBox="1"/>
          <p:nvPr/>
        </p:nvSpPr>
        <p:spPr>
          <a:xfrm>
            <a:off x="1147281" y="1524000"/>
            <a:ext cx="8693648" cy="867930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marL="285750" indent="-285750">
              <a:lnSpc>
                <a:spcPct val="90000"/>
              </a:lnSpc>
              <a:spcBef>
                <a:spcPts val="1000"/>
              </a:spcBef>
              <a:buFont typeface="Arial"/>
              <a:buChar char="•"/>
            </a:pPr>
            <a:r>
              <a:rPr lang="en-US" sz="2800" dirty="0">
                <a:latin typeface="Arial"/>
                <a:ea typeface="Calibri" panose="020F0502020204030204"/>
                <a:cs typeface="Arial"/>
              </a:rPr>
              <a:t>Per la </a:t>
            </a:r>
            <a:r>
              <a:rPr lang="en-US" sz="2800" dirty="0" err="1">
                <a:latin typeface="Arial"/>
                <a:ea typeface="Calibri" panose="020F0502020204030204"/>
                <a:cs typeface="Arial"/>
              </a:rPr>
              <a:t>parte</a:t>
            </a:r>
            <a:r>
              <a:rPr lang="en-US" sz="2800" dirty="0">
                <a:latin typeface="Arial"/>
                <a:ea typeface="Calibri" panose="020F0502020204030204"/>
                <a:cs typeface="Arial"/>
              </a:rPr>
              <a:t> di html, </a:t>
            </a:r>
            <a:r>
              <a:rPr lang="en-US" sz="2800" dirty="0" err="1">
                <a:latin typeface="Arial"/>
                <a:ea typeface="Calibri" panose="020F0502020204030204"/>
                <a:cs typeface="Arial"/>
              </a:rPr>
              <a:t>invece</a:t>
            </a:r>
            <a:r>
              <a:rPr lang="en-US" sz="2800" dirty="0">
                <a:latin typeface="Arial"/>
                <a:ea typeface="Calibri" panose="020F0502020204030204"/>
                <a:cs typeface="Arial"/>
              </a:rPr>
              <a:t>, </a:t>
            </a:r>
            <a:r>
              <a:rPr lang="en-US" sz="2800" dirty="0" err="1">
                <a:latin typeface="Arial"/>
                <a:ea typeface="Calibri" panose="020F0502020204030204"/>
                <a:cs typeface="Arial"/>
              </a:rPr>
              <a:t>si</a:t>
            </a:r>
            <a:r>
              <a:rPr lang="en-US" sz="2800" dirty="0">
                <a:latin typeface="Arial"/>
                <a:ea typeface="Calibri" panose="020F0502020204030204"/>
                <a:cs typeface="Arial"/>
              </a:rPr>
              <a:t> è </a:t>
            </a:r>
            <a:r>
              <a:rPr lang="en-US" sz="2800" dirty="0" err="1">
                <a:latin typeface="Arial"/>
                <a:ea typeface="Calibri" panose="020F0502020204030204"/>
                <a:cs typeface="Arial"/>
              </a:rPr>
              <a:t>utilizzato</a:t>
            </a:r>
            <a:r>
              <a:rPr lang="en-US" sz="2800" dirty="0">
                <a:latin typeface="Arial"/>
                <a:ea typeface="Calibri" panose="020F0502020204030204"/>
                <a:cs typeface="Arial"/>
              </a:rPr>
              <a:t> I </a:t>
            </a:r>
            <a:r>
              <a:rPr lang="en-US" sz="2800" dirty="0" err="1">
                <a:latin typeface="Arial"/>
                <a:ea typeface="Calibri" panose="020F0502020204030204"/>
                <a:cs typeface="Arial"/>
              </a:rPr>
              <a:t>componenti</a:t>
            </a:r>
            <a:r>
              <a:rPr lang="en-US" sz="2800" dirty="0">
                <a:latin typeface="Arial"/>
                <a:ea typeface="Calibri" panose="020F0502020204030204"/>
                <a:cs typeface="Arial"/>
              </a:rPr>
              <a:t> </a:t>
            </a:r>
            <a:r>
              <a:rPr lang="en-US" sz="2800" dirty="0" err="1">
                <a:latin typeface="Arial"/>
                <a:ea typeface="Calibri" panose="020F0502020204030204"/>
                <a:cs typeface="Arial"/>
              </a:rPr>
              <a:t>forniti</a:t>
            </a:r>
            <a:r>
              <a:rPr lang="en-US" sz="2800" dirty="0">
                <a:latin typeface="Arial"/>
                <a:ea typeface="Calibri" panose="020F0502020204030204"/>
                <a:cs typeface="Arial"/>
              </a:rPr>
              <a:t> da Bootstrap</a:t>
            </a:r>
            <a:endParaRPr lang="en-US" dirty="0"/>
          </a:p>
        </p:txBody>
      </p:sp>
      <p:pic>
        <p:nvPicPr>
          <p:cNvPr id="6" name="Picture 6" descr="A white letter on a purple square&#10;&#10;Description automatically generated">
            <a:extLst>
              <a:ext uri="{FF2B5EF4-FFF2-40B4-BE49-F238E27FC236}">
                <a16:creationId xmlns:a16="http://schemas.microsoft.com/office/drawing/2014/main" id="{F5F01C53-D120-8279-2DD0-A03FC7C9B4C9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724400" y="3228348"/>
            <a:ext cx="2743200" cy="218598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33651454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>
            <a:extLst>
              <a:ext uri="{FF2B5EF4-FFF2-40B4-BE49-F238E27FC236}">
                <a16:creationId xmlns:a16="http://schemas.microsoft.com/office/drawing/2014/main" id="{1E150AE9-1CAE-6AF4-0B8F-7CE27CE4535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>
                <a:ea typeface="+mj-lt"/>
                <a:cs typeface="+mj-lt"/>
              </a:rPr>
              <a:t>Start!</a:t>
            </a:r>
            <a:endParaRPr lang="en-US" dirty="0"/>
          </a:p>
        </p:txBody>
      </p:sp>
      <p:pic>
        <p:nvPicPr>
          <p:cNvPr id="5" name="Immagine 4">
            <a:extLst>
              <a:ext uri="{FF2B5EF4-FFF2-40B4-BE49-F238E27FC236}">
                <a16:creationId xmlns:a16="http://schemas.microsoft.com/office/drawing/2014/main" id="{893539FE-69A1-7A67-074A-C9724E174A3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942212" y="5631074"/>
            <a:ext cx="1249788" cy="1226926"/>
          </a:xfrm>
          <a:prstGeom prst="rect">
            <a:avLst/>
          </a:prstGeom>
        </p:spPr>
      </p:pic>
      <p:sp>
        <p:nvSpPr>
          <p:cNvPr id="4" name="TextBox 3">
            <a:extLst>
              <a:ext uri="{FF2B5EF4-FFF2-40B4-BE49-F238E27FC236}">
                <a16:creationId xmlns:a16="http://schemas.microsoft.com/office/drawing/2014/main" id="{05E01AB3-BE8A-39D8-0095-BCE89376BBD0}"/>
              </a:ext>
            </a:extLst>
          </p:cNvPr>
          <p:cNvSpPr txBox="1"/>
          <p:nvPr/>
        </p:nvSpPr>
        <p:spPr>
          <a:xfrm>
            <a:off x="1147281" y="1524000"/>
            <a:ext cx="8693648" cy="480131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marL="285750" indent="-285750">
              <a:lnSpc>
                <a:spcPct val="90000"/>
              </a:lnSpc>
              <a:spcBef>
                <a:spcPts val="1000"/>
              </a:spcBef>
              <a:buFont typeface="Arial"/>
              <a:buChar char="•"/>
            </a:pPr>
            <a:r>
              <a:rPr lang="en-US" sz="2800" dirty="0">
                <a:latin typeface="Arial"/>
                <a:ea typeface="Calibri" panose="020F0502020204030204"/>
                <a:cs typeface="Arial"/>
              </a:rPr>
              <a:t>Per </a:t>
            </a:r>
            <a:r>
              <a:rPr lang="en-US" sz="2800" dirty="0" err="1">
                <a:latin typeface="Arial"/>
                <a:ea typeface="Calibri" panose="020F0502020204030204"/>
                <a:cs typeface="Arial"/>
              </a:rPr>
              <a:t>avviare</a:t>
            </a:r>
            <a:r>
              <a:rPr lang="en-US" sz="2800" dirty="0">
                <a:latin typeface="Arial"/>
                <a:ea typeface="Calibri" panose="020F0502020204030204"/>
                <a:cs typeface="Arial"/>
              </a:rPr>
              <a:t> </a:t>
            </a:r>
            <a:r>
              <a:rPr lang="en-US" sz="2800" dirty="0" err="1">
                <a:latin typeface="Arial"/>
                <a:ea typeface="Calibri" panose="020F0502020204030204"/>
                <a:cs typeface="Arial"/>
              </a:rPr>
              <a:t>l'applicazione</a:t>
            </a:r>
            <a:r>
              <a:rPr lang="en-US" sz="2800" dirty="0">
                <a:latin typeface="Arial"/>
                <a:ea typeface="Calibri" panose="020F0502020204030204"/>
                <a:cs typeface="Arial"/>
              </a:rPr>
              <a:t> </a:t>
            </a:r>
            <a:r>
              <a:rPr lang="en-US" sz="2800" dirty="0" err="1">
                <a:latin typeface="Arial"/>
                <a:ea typeface="Calibri" panose="020F0502020204030204"/>
                <a:cs typeface="Arial"/>
              </a:rPr>
              <a:t>clicca</a:t>
            </a:r>
            <a:r>
              <a:rPr lang="en-US" sz="2800" dirty="0">
                <a:latin typeface="Arial"/>
                <a:ea typeface="Calibri" panose="020F0502020204030204"/>
                <a:cs typeface="Arial"/>
              </a:rPr>
              <a:t> </a:t>
            </a:r>
            <a:r>
              <a:rPr lang="en-US" sz="2800" dirty="0" err="1">
                <a:latin typeface="Arial"/>
                <a:ea typeface="Calibri" panose="020F0502020204030204"/>
                <a:cs typeface="Arial"/>
              </a:rPr>
              <a:t>sul</a:t>
            </a:r>
            <a:r>
              <a:rPr lang="en-US" sz="2800" dirty="0">
                <a:latin typeface="Arial"/>
                <a:ea typeface="Calibri" panose="020F0502020204030204"/>
                <a:cs typeface="Arial"/>
              </a:rPr>
              <a:t> link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C25545D2-24FD-AB9D-B3CC-7B0674AF82C7}"/>
              </a:ext>
            </a:extLst>
          </p:cNvPr>
          <p:cNvSpPr txBox="1"/>
          <p:nvPr/>
        </p:nvSpPr>
        <p:spPr>
          <a:xfrm>
            <a:off x="4531894" y="3479131"/>
            <a:ext cx="2743200" cy="707886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lvl="2" algn="l"/>
            <a:r>
              <a:rPr lang="en-US" sz="4000" dirty="0">
                <a:ea typeface="Calibri"/>
                <a:cs typeface="Calibri"/>
                <a:hlinkClick r:id="rId3"/>
              </a:rPr>
              <a:t>Start!</a:t>
            </a:r>
            <a:endParaRPr lang="en-US" sz="4000" dirty="0">
              <a:ea typeface="Calibri" panose="020F0502020204030204"/>
              <a:cs typeface="Calibri" panose="020F0502020204030204"/>
            </a:endParaRPr>
          </a:p>
        </p:txBody>
      </p:sp>
    </p:spTree>
    <p:extLst>
      <p:ext uri="{BB962C8B-B14F-4D97-AF65-F5344CB8AC3E}">
        <p14:creationId xmlns:p14="http://schemas.microsoft.com/office/powerpoint/2010/main" val="945982168"/>
      </p:ext>
    </p:extLst>
  </p:cSld>
  <p:clrMapOvr>
    <a:masterClrMapping/>
  </p:clrMapOvr>
</p:sld>
</file>

<file path=ppt/theme/theme1.xml><?xml version="1.0" encoding="utf-8"?>
<a:theme xmlns:a="http://schemas.openxmlformats.org/drawingml/2006/main" name="Tema di 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Tema di 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160</Words>
  <Application>Microsoft Office PowerPoint</Application>
  <PresentationFormat>Widescreen</PresentationFormat>
  <Paragraphs>50</Paragraphs>
  <Slides>11</Slides>
  <Notes>1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11</vt:i4>
      </vt:variant>
    </vt:vector>
  </HeadingPairs>
  <TitlesOfParts>
    <vt:vector size="12" baseType="lpstr">
      <vt:lpstr>Tema di Office</vt:lpstr>
      <vt:lpstr>FantaBasket</vt:lpstr>
      <vt:lpstr>Breve introduzione</vt:lpstr>
      <vt:lpstr>Scelte di gestione dei dati persistenti</vt:lpstr>
      <vt:lpstr>Perché Hibernate?</vt:lpstr>
      <vt:lpstr>Mapping delle entità/associazioni</vt:lpstr>
      <vt:lpstr>Strato dei Controller</vt:lpstr>
      <vt:lpstr>Java Servlet</vt:lpstr>
      <vt:lpstr>Sessione</vt:lpstr>
      <vt:lpstr>Front-end</vt:lpstr>
      <vt:lpstr>Bootstrap</vt:lpstr>
      <vt:lpstr>Start!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Scelte di gestione dei dati persistenti</dc:title>
  <dc:creator>Federico Mingarelli - federico.mingarelli@studio.unibo.it</dc:creator>
  <cp:lastModifiedBy>Federico Mingarelli - federico.mingarelli@studio.unibo.it</cp:lastModifiedBy>
  <cp:revision>62</cp:revision>
  <dcterms:created xsi:type="dcterms:W3CDTF">2023-07-15T12:12:07Z</dcterms:created>
  <dcterms:modified xsi:type="dcterms:W3CDTF">2023-07-17T07:40:22Z</dcterms:modified>
</cp:coreProperties>
</file>