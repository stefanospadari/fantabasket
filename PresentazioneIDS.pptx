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5" r:id="rId2"/>
    <p:sldId id="266" r:id="rId3"/>
    <p:sldId id="259" r:id="rId4"/>
    <p:sldId id="261" r:id="rId5"/>
    <p:sldId id="262" r:id="rId6"/>
    <p:sldId id="263" r:id="rId7"/>
    <p:sldId id="267" r:id="rId8"/>
    <p:sldId id="268" r:id="rId9"/>
    <p:sldId id="269" r:id="rId10"/>
    <p:sldId id="270" r:id="rId11"/>
    <p:sldId id="271" r:id="rId12"/>
    <p:sldId id="272" r:id="rId1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8E6143-B678-4048-8754-B9CA894EFB8F}" v="566" dt="2023-07-16T15:22:34.531"/>
    <p1510:client id="{A9492811-72C3-3411-89E0-0F0A97613DD8}" v="479" dt="2023-07-16T22:26:41.143"/>
    <p1510:client id="{B5C310DB-5CCB-5877-6251-A167092D9764}" v="665" dt="2023-07-16T16:10:08.403"/>
    <p1510:client id="{B991E3B6-4294-8D61-9CCC-921EB4CEB64B}" v="728" dt="2023-07-16T14:47:21.6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B3B100-C980-4F0C-AF65-D99C0F904528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5836A51-733B-4D64-B150-3EF7B353D30C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sz="1800"/>
            <a:t>BACKEND</a:t>
          </a:r>
        </a:p>
      </dgm:t>
    </dgm:pt>
    <dgm:pt modelId="{EE3A56CE-B0B9-4D7A-9A40-95CDC4AB6A33}" type="parTrans" cxnId="{6623901F-2152-4947-8566-47510F86A7A7}">
      <dgm:prSet/>
      <dgm:spPr/>
      <dgm:t>
        <a:bodyPr/>
        <a:lstStyle/>
        <a:p>
          <a:endParaRPr lang="en-US"/>
        </a:p>
      </dgm:t>
    </dgm:pt>
    <dgm:pt modelId="{C1E83AE4-BF0B-4DB5-ABEA-07EC7399CF5F}" type="sibTrans" cxnId="{6623901F-2152-4947-8566-47510F86A7A7}">
      <dgm:prSet/>
      <dgm:spPr/>
      <dgm:t>
        <a:bodyPr/>
        <a:lstStyle/>
        <a:p>
          <a:endParaRPr lang="en-US"/>
        </a:p>
      </dgm:t>
    </dgm:pt>
    <dgm:pt modelId="{28905072-0EF9-494F-9144-2971978B1B43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sz="1800"/>
            <a:t>fRONTEND</a:t>
          </a:r>
          <a:endParaRPr lang="en-US" sz="1800"/>
        </a:p>
      </dgm:t>
    </dgm:pt>
    <dgm:pt modelId="{9857C2DD-AD60-4357-8642-56BE9C9E50EF}" type="parTrans" cxnId="{6396F209-6B75-4DBB-8D7B-96FBF8451B1D}">
      <dgm:prSet/>
      <dgm:spPr/>
      <dgm:t>
        <a:bodyPr/>
        <a:lstStyle/>
        <a:p>
          <a:endParaRPr lang="en-US"/>
        </a:p>
      </dgm:t>
    </dgm:pt>
    <dgm:pt modelId="{9FAA478C-6968-4C33-BF39-C6ABA0440237}" type="sibTrans" cxnId="{6396F209-6B75-4DBB-8D7B-96FBF8451B1D}">
      <dgm:prSet/>
      <dgm:spPr/>
      <dgm:t>
        <a:bodyPr/>
        <a:lstStyle/>
        <a:p>
          <a:endParaRPr lang="en-US"/>
        </a:p>
      </dgm:t>
    </dgm:pt>
    <dgm:pt modelId="{246A514F-30A5-445D-AD1D-A03849A35253}" type="pres">
      <dgm:prSet presAssocID="{F6B3B100-C980-4F0C-AF65-D99C0F904528}" presName="root" presStyleCnt="0">
        <dgm:presLayoutVars>
          <dgm:dir/>
          <dgm:resizeHandles val="exact"/>
        </dgm:presLayoutVars>
      </dgm:prSet>
      <dgm:spPr/>
    </dgm:pt>
    <dgm:pt modelId="{0BFB2FB5-8F5F-466A-80B4-22A5F3D5432D}" type="pres">
      <dgm:prSet presAssocID="{05836A51-733B-4D64-B150-3EF7B353D30C}" presName="compNode" presStyleCnt="0"/>
      <dgm:spPr/>
    </dgm:pt>
    <dgm:pt modelId="{173FE32F-5829-495F-9FD6-5EA6DF264AFB}" type="pres">
      <dgm:prSet presAssocID="{05836A51-733B-4D64-B150-3EF7B353D30C}" presName="iconBgRect" presStyleLbl="bgShp" presStyleIdx="0" presStyleCnt="2"/>
      <dgm:spPr/>
    </dgm:pt>
    <dgm:pt modelId="{3E261CF3-E595-4987-B137-3801DB1E1EB0}" type="pres">
      <dgm:prSet presAssocID="{05836A51-733B-4D64-B150-3EF7B353D30C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E8C4F7A3-44B9-452B-ABF5-FDAF70E33232}" type="pres">
      <dgm:prSet presAssocID="{05836A51-733B-4D64-B150-3EF7B353D30C}" presName="spaceRect" presStyleCnt="0"/>
      <dgm:spPr/>
    </dgm:pt>
    <dgm:pt modelId="{BD14574F-EC91-4775-ACC7-F3959C8CA85F}" type="pres">
      <dgm:prSet presAssocID="{05836A51-733B-4D64-B150-3EF7B353D30C}" presName="textRect" presStyleLbl="revTx" presStyleIdx="0" presStyleCnt="2">
        <dgm:presLayoutVars>
          <dgm:chMax val="1"/>
          <dgm:chPref val="1"/>
        </dgm:presLayoutVars>
      </dgm:prSet>
      <dgm:spPr/>
    </dgm:pt>
    <dgm:pt modelId="{1CF65B71-F141-4B67-AAB5-E0275EDDB725}" type="pres">
      <dgm:prSet presAssocID="{C1E83AE4-BF0B-4DB5-ABEA-07EC7399CF5F}" presName="sibTrans" presStyleCnt="0"/>
      <dgm:spPr/>
    </dgm:pt>
    <dgm:pt modelId="{A0EF81F4-799F-4065-9BB3-637BF983E909}" type="pres">
      <dgm:prSet presAssocID="{28905072-0EF9-494F-9144-2971978B1B43}" presName="compNode" presStyleCnt="0"/>
      <dgm:spPr/>
    </dgm:pt>
    <dgm:pt modelId="{C8AA191E-6D9F-4E25-AF2C-5D3DC674AEC9}" type="pres">
      <dgm:prSet presAssocID="{28905072-0EF9-494F-9144-2971978B1B43}" presName="iconBgRect" presStyleLbl="bgShp" presStyleIdx="1" presStyleCnt="2"/>
      <dgm:spPr/>
    </dgm:pt>
    <dgm:pt modelId="{C62D5F69-9A5B-4AF3-9B8F-F4D7F4F3A3DD}" type="pres">
      <dgm:prSet presAssocID="{28905072-0EF9-494F-9144-2971978B1B43}" presName="iconRect" presStyleLbl="node1" presStyleIdx="1" presStyleCnt="2"/>
      <dgm:spPr>
        <a:blipFill rotWithShape="1">
          <a:blip xmlns:r="http://schemas.openxmlformats.org/officeDocument/2006/relationships" r:embed="rId3"/>
          <a:srcRect/>
          <a:stretch>
            <a:fillRect l="-7000" r="-7000"/>
          </a:stretch>
        </a:blipFill>
      </dgm:spPr>
      <dgm:extLst>
        <a:ext uri="{E40237B7-FDA0-4F09-8148-C483321AD2D9}">
          <dgm14:cNvPr xmlns:dgm14="http://schemas.microsoft.com/office/drawing/2010/diagram" id="0" name="" descr="Torcia"/>
        </a:ext>
      </dgm:extLst>
    </dgm:pt>
    <dgm:pt modelId="{9D4D262C-5CC2-46BD-9249-EDDD99A5FF3A}" type="pres">
      <dgm:prSet presAssocID="{28905072-0EF9-494F-9144-2971978B1B43}" presName="spaceRect" presStyleCnt="0"/>
      <dgm:spPr/>
    </dgm:pt>
    <dgm:pt modelId="{28ED1489-8AFC-4A77-9AEC-B5B2B7E0B41D}" type="pres">
      <dgm:prSet presAssocID="{28905072-0EF9-494F-9144-2971978B1B43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6396F209-6B75-4DBB-8D7B-96FBF8451B1D}" srcId="{F6B3B100-C980-4F0C-AF65-D99C0F904528}" destId="{28905072-0EF9-494F-9144-2971978B1B43}" srcOrd="1" destOrd="0" parTransId="{9857C2DD-AD60-4357-8642-56BE9C9E50EF}" sibTransId="{9FAA478C-6968-4C33-BF39-C6ABA0440237}"/>
    <dgm:cxn modelId="{6623901F-2152-4947-8566-47510F86A7A7}" srcId="{F6B3B100-C980-4F0C-AF65-D99C0F904528}" destId="{05836A51-733B-4D64-B150-3EF7B353D30C}" srcOrd="0" destOrd="0" parTransId="{EE3A56CE-B0B9-4D7A-9A40-95CDC4AB6A33}" sibTransId="{C1E83AE4-BF0B-4DB5-ABEA-07EC7399CF5F}"/>
    <dgm:cxn modelId="{0B26F61F-4BFA-49FB-91D2-878010B63187}" type="presOf" srcId="{F6B3B100-C980-4F0C-AF65-D99C0F904528}" destId="{246A514F-30A5-445D-AD1D-A03849A35253}" srcOrd="0" destOrd="0" presId="urn:microsoft.com/office/officeart/2018/5/layout/IconCircleLabelList"/>
    <dgm:cxn modelId="{C56DAD3F-AC72-40EA-BB6F-80418CBBCE5B}" type="presOf" srcId="{05836A51-733B-4D64-B150-3EF7B353D30C}" destId="{BD14574F-EC91-4775-ACC7-F3959C8CA85F}" srcOrd="0" destOrd="0" presId="urn:microsoft.com/office/officeart/2018/5/layout/IconCircleLabelList"/>
    <dgm:cxn modelId="{C4F674F3-E991-4833-87BB-6663F421D548}" type="presOf" srcId="{28905072-0EF9-494F-9144-2971978B1B43}" destId="{28ED1489-8AFC-4A77-9AEC-B5B2B7E0B41D}" srcOrd="0" destOrd="0" presId="urn:microsoft.com/office/officeart/2018/5/layout/IconCircleLabelList"/>
    <dgm:cxn modelId="{99CD2607-E021-4DDF-9D03-4188C27E7D53}" type="presParOf" srcId="{246A514F-30A5-445D-AD1D-A03849A35253}" destId="{0BFB2FB5-8F5F-466A-80B4-22A5F3D5432D}" srcOrd="0" destOrd="0" presId="urn:microsoft.com/office/officeart/2018/5/layout/IconCircleLabelList"/>
    <dgm:cxn modelId="{D59295F6-C3E2-42CE-9D1C-4D8964730419}" type="presParOf" srcId="{0BFB2FB5-8F5F-466A-80B4-22A5F3D5432D}" destId="{173FE32F-5829-495F-9FD6-5EA6DF264AFB}" srcOrd="0" destOrd="0" presId="urn:microsoft.com/office/officeart/2018/5/layout/IconCircleLabelList"/>
    <dgm:cxn modelId="{33785AB9-CF02-488E-A9C7-02489B5D28CC}" type="presParOf" srcId="{0BFB2FB5-8F5F-466A-80B4-22A5F3D5432D}" destId="{3E261CF3-E595-4987-B137-3801DB1E1EB0}" srcOrd="1" destOrd="0" presId="urn:microsoft.com/office/officeart/2018/5/layout/IconCircleLabelList"/>
    <dgm:cxn modelId="{8D545F4C-1936-4C56-916E-3728CDE831A3}" type="presParOf" srcId="{0BFB2FB5-8F5F-466A-80B4-22A5F3D5432D}" destId="{E8C4F7A3-44B9-452B-ABF5-FDAF70E33232}" srcOrd="2" destOrd="0" presId="urn:microsoft.com/office/officeart/2018/5/layout/IconCircleLabelList"/>
    <dgm:cxn modelId="{E03ACC5E-F4C7-417C-A4C7-065B05533DF8}" type="presParOf" srcId="{0BFB2FB5-8F5F-466A-80B4-22A5F3D5432D}" destId="{BD14574F-EC91-4775-ACC7-F3959C8CA85F}" srcOrd="3" destOrd="0" presId="urn:microsoft.com/office/officeart/2018/5/layout/IconCircleLabelList"/>
    <dgm:cxn modelId="{75F9942F-ECF9-4CE2-9C2C-CEAFB4481659}" type="presParOf" srcId="{246A514F-30A5-445D-AD1D-A03849A35253}" destId="{1CF65B71-F141-4B67-AAB5-E0275EDDB725}" srcOrd="1" destOrd="0" presId="urn:microsoft.com/office/officeart/2018/5/layout/IconCircleLabelList"/>
    <dgm:cxn modelId="{3AB20D18-ADF9-400D-BC5E-AE3803FA4A8F}" type="presParOf" srcId="{246A514F-30A5-445D-AD1D-A03849A35253}" destId="{A0EF81F4-799F-4065-9BB3-637BF983E909}" srcOrd="2" destOrd="0" presId="urn:microsoft.com/office/officeart/2018/5/layout/IconCircleLabelList"/>
    <dgm:cxn modelId="{28A85932-DF02-40DC-AB8F-E0F38A7EE75D}" type="presParOf" srcId="{A0EF81F4-799F-4065-9BB3-637BF983E909}" destId="{C8AA191E-6D9F-4E25-AF2C-5D3DC674AEC9}" srcOrd="0" destOrd="0" presId="urn:microsoft.com/office/officeart/2018/5/layout/IconCircleLabelList"/>
    <dgm:cxn modelId="{3F747326-FA1F-423A-8686-9E3D30BB86AF}" type="presParOf" srcId="{A0EF81F4-799F-4065-9BB3-637BF983E909}" destId="{C62D5F69-9A5B-4AF3-9B8F-F4D7F4F3A3DD}" srcOrd="1" destOrd="0" presId="urn:microsoft.com/office/officeart/2018/5/layout/IconCircleLabelList"/>
    <dgm:cxn modelId="{9AB7E52F-6B42-4722-AAF4-101D4F797685}" type="presParOf" srcId="{A0EF81F4-799F-4065-9BB3-637BF983E909}" destId="{9D4D262C-5CC2-46BD-9249-EDDD99A5FF3A}" srcOrd="2" destOrd="0" presId="urn:microsoft.com/office/officeart/2018/5/layout/IconCircleLabelList"/>
    <dgm:cxn modelId="{F7C5012A-B3B9-4A38-8423-839D68A9D525}" type="presParOf" srcId="{A0EF81F4-799F-4065-9BB3-637BF983E909}" destId="{28ED1489-8AFC-4A77-9AEC-B5B2B7E0B41D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B3B100-C980-4F0C-AF65-D99C0F904528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5836A51-733B-4D64-B150-3EF7B353D30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/>
            <a:t>DBMS relazionale installato su un server dedicato</a:t>
          </a:r>
          <a:endParaRPr lang="en-US"/>
        </a:p>
      </dgm:t>
    </dgm:pt>
    <dgm:pt modelId="{EE3A56CE-B0B9-4D7A-9A40-95CDC4AB6A33}" type="parTrans" cxnId="{6623901F-2152-4947-8566-47510F86A7A7}">
      <dgm:prSet/>
      <dgm:spPr/>
      <dgm:t>
        <a:bodyPr/>
        <a:lstStyle/>
        <a:p>
          <a:endParaRPr lang="en-US"/>
        </a:p>
      </dgm:t>
    </dgm:pt>
    <dgm:pt modelId="{C1E83AE4-BF0B-4DB5-ABEA-07EC7399CF5F}" type="sibTrans" cxnId="{6623901F-2152-4947-8566-47510F86A7A7}">
      <dgm:prSet/>
      <dgm:spPr/>
      <dgm:t>
        <a:bodyPr/>
        <a:lstStyle/>
        <a:p>
          <a:endParaRPr lang="en-US"/>
        </a:p>
      </dgm:t>
    </dgm:pt>
    <dgm:pt modelId="{28905072-0EF9-494F-9144-2971978B1B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err="1"/>
            <a:t>Hibernate</a:t>
          </a:r>
          <a:endParaRPr lang="en-US"/>
        </a:p>
      </dgm:t>
    </dgm:pt>
    <dgm:pt modelId="{9857C2DD-AD60-4357-8642-56BE9C9E50EF}" type="parTrans" cxnId="{6396F209-6B75-4DBB-8D7B-96FBF8451B1D}">
      <dgm:prSet/>
      <dgm:spPr/>
      <dgm:t>
        <a:bodyPr/>
        <a:lstStyle/>
        <a:p>
          <a:endParaRPr lang="en-US"/>
        </a:p>
      </dgm:t>
    </dgm:pt>
    <dgm:pt modelId="{9FAA478C-6968-4C33-BF39-C6ABA0440237}" type="sibTrans" cxnId="{6396F209-6B75-4DBB-8D7B-96FBF8451B1D}">
      <dgm:prSet/>
      <dgm:spPr/>
      <dgm:t>
        <a:bodyPr/>
        <a:lstStyle/>
        <a:p>
          <a:endParaRPr lang="en-US"/>
        </a:p>
      </dgm:t>
    </dgm:pt>
    <dgm:pt modelId="{246A514F-30A5-445D-AD1D-A03849A35253}" type="pres">
      <dgm:prSet presAssocID="{F6B3B100-C980-4F0C-AF65-D99C0F904528}" presName="root" presStyleCnt="0">
        <dgm:presLayoutVars>
          <dgm:dir/>
          <dgm:resizeHandles val="exact"/>
        </dgm:presLayoutVars>
      </dgm:prSet>
      <dgm:spPr/>
    </dgm:pt>
    <dgm:pt modelId="{0BFB2FB5-8F5F-466A-80B4-22A5F3D5432D}" type="pres">
      <dgm:prSet presAssocID="{05836A51-733B-4D64-B150-3EF7B353D30C}" presName="compNode" presStyleCnt="0"/>
      <dgm:spPr/>
    </dgm:pt>
    <dgm:pt modelId="{173FE32F-5829-495F-9FD6-5EA6DF264AFB}" type="pres">
      <dgm:prSet presAssocID="{05836A51-733B-4D64-B150-3EF7B353D30C}" presName="iconBgRect" presStyleLbl="bgShp" presStyleIdx="0" presStyleCnt="2"/>
      <dgm:spPr/>
    </dgm:pt>
    <dgm:pt modelId="{3E261CF3-E595-4987-B137-3801DB1E1EB0}" type="pres">
      <dgm:prSet presAssocID="{05836A51-733B-4D64-B150-3EF7B353D30C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E8C4F7A3-44B9-452B-ABF5-FDAF70E33232}" type="pres">
      <dgm:prSet presAssocID="{05836A51-733B-4D64-B150-3EF7B353D30C}" presName="spaceRect" presStyleCnt="0"/>
      <dgm:spPr/>
    </dgm:pt>
    <dgm:pt modelId="{BD14574F-EC91-4775-ACC7-F3959C8CA85F}" type="pres">
      <dgm:prSet presAssocID="{05836A51-733B-4D64-B150-3EF7B353D30C}" presName="textRect" presStyleLbl="revTx" presStyleIdx="0" presStyleCnt="2">
        <dgm:presLayoutVars>
          <dgm:chMax val="1"/>
          <dgm:chPref val="1"/>
        </dgm:presLayoutVars>
      </dgm:prSet>
      <dgm:spPr/>
    </dgm:pt>
    <dgm:pt modelId="{1CF65B71-F141-4B67-AAB5-E0275EDDB725}" type="pres">
      <dgm:prSet presAssocID="{C1E83AE4-BF0B-4DB5-ABEA-07EC7399CF5F}" presName="sibTrans" presStyleCnt="0"/>
      <dgm:spPr/>
    </dgm:pt>
    <dgm:pt modelId="{A0EF81F4-799F-4065-9BB3-637BF983E909}" type="pres">
      <dgm:prSet presAssocID="{28905072-0EF9-494F-9144-2971978B1B43}" presName="compNode" presStyleCnt="0"/>
      <dgm:spPr/>
    </dgm:pt>
    <dgm:pt modelId="{C8AA191E-6D9F-4E25-AF2C-5D3DC674AEC9}" type="pres">
      <dgm:prSet presAssocID="{28905072-0EF9-494F-9144-2971978B1B43}" presName="iconBgRect" presStyleLbl="bgShp" presStyleIdx="1" presStyleCnt="2" custLinFactNeighborX="-5334" custLinFactNeighborY="184"/>
      <dgm:spPr/>
    </dgm:pt>
    <dgm:pt modelId="{C62D5F69-9A5B-4AF3-9B8F-F4D7F4F3A3DD}" type="pres">
      <dgm:prSet presAssocID="{28905072-0EF9-494F-9144-2971978B1B43}" presName="iconRect" presStyleLbl="node1" presStyleIdx="1" presStyleCnt="2" custLinFactNeighborX="-8824" custLinFactNeighborY="-219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orcia"/>
        </a:ext>
      </dgm:extLst>
    </dgm:pt>
    <dgm:pt modelId="{9D4D262C-5CC2-46BD-9249-EDDD99A5FF3A}" type="pres">
      <dgm:prSet presAssocID="{28905072-0EF9-494F-9144-2971978B1B43}" presName="spaceRect" presStyleCnt="0"/>
      <dgm:spPr/>
    </dgm:pt>
    <dgm:pt modelId="{28ED1489-8AFC-4A77-9AEC-B5B2B7E0B41D}" type="pres">
      <dgm:prSet presAssocID="{28905072-0EF9-494F-9144-2971978B1B43}" presName="textRect" presStyleLbl="revTx" presStyleIdx="1" presStyleCnt="2" custLinFactNeighborX="-7668" custLinFactNeighborY="1348">
        <dgm:presLayoutVars>
          <dgm:chMax val="1"/>
          <dgm:chPref val="1"/>
        </dgm:presLayoutVars>
      </dgm:prSet>
      <dgm:spPr/>
    </dgm:pt>
  </dgm:ptLst>
  <dgm:cxnLst>
    <dgm:cxn modelId="{6396F209-6B75-4DBB-8D7B-96FBF8451B1D}" srcId="{F6B3B100-C980-4F0C-AF65-D99C0F904528}" destId="{28905072-0EF9-494F-9144-2971978B1B43}" srcOrd="1" destOrd="0" parTransId="{9857C2DD-AD60-4357-8642-56BE9C9E50EF}" sibTransId="{9FAA478C-6968-4C33-BF39-C6ABA0440237}"/>
    <dgm:cxn modelId="{6623901F-2152-4947-8566-47510F86A7A7}" srcId="{F6B3B100-C980-4F0C-AF65-D99C0F904528}" destId="{05836A51-733B-4D64-B150-3EF7B353D30C}" srcOrd="0" destOrd="0" parTransId="{EE3A56CE-B0B9-4D7A-9A40-95CDC4AB6A33}" sibTransId="{C1E83AE4-BF0B-4DB5-ABEA-07EC7399CF5F}"/>
    <dgm:cxn modelId="{0B26F61F-4BFA-49FB-91D2-878010B63187}" type="presOf" srcId="{F6B3B100-C980-4F0C-AF65-D99C0F904528}" destId="{246A514F-30A5-445D-AD1D-A03849A35253}" srcOrd="0" destOrd="0" presId="urn:microsoft.com/office/officeart/2018/5/layout/IconCircleLabelList"/>
    <dgm:cxn modelId="{C56DAD3F-AC72-40EA-BB6F-80418CBBCE5B}" type="presOf" srcId="{05836A51-733B-4D64-B150-3EF7B353D30C}" destId="{BD14574F-EC91-4775-ACC7-F3959C8CA85F}" srcOrd="0" destOrd="0" presId="urn:microsoft.com/office/officeart/2018/5/layout/IconCircleLabelList"/>
    <dgm:cxn modelId="{C4F674F3-E991-4833-87BB-6663F421D548}" type="presOf" srcId="{28905072-0EF9-494F-9144-2971978B1B43}" destId="{28ED1489-8AFC-4A77-9AEC-B5B2B7E0B41D}" srcOrd="0" destOrd="0" presId="urn:microsoft.com/office/officeart/2018/5/layout/IconCircleLabelList"/>
    <dgm:cxn modelId="{99CD2607-E021-4DDF-9D03-4188C27E7D53}" type="presParOf" srcId="{246A514F-30A5-445D-AD1D-A03849A35253}" destId="{0BFB2FB5-8F5F-466A-80B4-22A5F3D5432D}" srcOrd="0" destOrd="0" presId="urn:microsoft.com/office/officeart/2018/5/layout/IconCircleLabelList"/>
    <dgm:cxn modelId="{D59295F6-C3E2-42CE-9D1C-4D8964730419}" type="presParOf" srcId="{0BFB2FB5-8F5F-466A-80B4-22A5F3D5432D}" destId="{173FE32F-5829-495F-9FD6-5EA6DF264AFB}" srcOrd="0" destOrd="0" presId="urn:microsoft.com/office/officeart/2018/5/layout/IconCircleLabelList"/>
    <dgm:cxn modelId="{33785AB9-CF02-488E-A9C7-02489B5D28CC}" type="presParOf" srcId="{0BFB2FB5-8F5F-466A-80B4-22A5F3D5432D}" destId="{3E261CF3-E595-4987-B137-3801DB1E1EB0}" srcOrd="1" destOrd="0" presId="urn:microsoft.com/office/officeart/2018/5/layout/IconCircleLabelList"/>
    <dgm:cxn modelId="{8D545F4C-1936-4C56-916E-3728CDE831A3}" type="presParOf" srcId="{0BFB2FB5-8F5F-466A-80B4-22A5F3D5432D}" destId="{E8C4F7A3-44B9-452B-ABF5-FDAF70E33232}" srcOrd="2" destOrd="0" presId="urn:microsoft.com/office/officeart/2018/5/layout/IconCircleLabelList"/>
    <dgm:cxn modelId="{E03ACC5E-F4C7-417C-A4C7-065B05533DF8}" type="presParOf" srcId="{0BFB2FB5-8F5F-466A-80B4-22A5F3D5432D}" destId="{BD14574F-EC91-4775-ACC7-F3959C8CA85F}" srcOrd="3" destOrd="0" presId="urn:microsoft.com/office/officeart/2018/5/layout/IconCircleLabelList"/>
    <dgm:cxn modelId="{75F9942F-ECF9-4CE2-9C2C-CEAFB4481659}" type="presParOf" srcId="{246A514F-30A5-445D-AD1D-A03849A35253}" destId="{1CF65B71-F141-4B67-AAB5-E0275EDDB725}" srcOrd="1" destOrd="0" presId="urn:microsoft.com/office/officeart/2018/5/layout/IconCircleLabelList"/>
    <dgm:cxn modelId="{3AB20D18-ADF9-400D-BC5E-AE3803FA4A8F}" type="presParOf" srcId="{246A514F-30A5-445D-AD1D-A03849A35253}" destId="{A0EF81F4-799F-4065-9BB3-637BF983E909}" srcOrd="2" destOrd="0" presId="urn:microsoft.com/office/officeart/2018/5/layout/IconCircleLabelList"/>
    <dgm:cxn modelId="{28A85932-DF02-40DC-AB8F-E0F38A7EE75D}" type="presParOf" srcId="{A0EF81F4-799F-4065-9BB3-637BF983E909}" destId="{C8AA191E-6D9F-4E25-AF2C-5D3DC674AEC9}" srcOrd="0" destOrd="0" presId="urn:microsoft.com/office/officeart/2018/5/layout/IconCircleLabelList"/>
    <dgm:cxn modelId="{3F747326-FA1F-423A-8686-9E3D30BB86AF}" type="presParOf" srcId="{A0EF81F4-799F-4065-9BB3-637BF983E909}" destId="{C62D5F69-9A5B-4AF3-9B8F-F4D7F4F3A3DD}" srcOrd="1" destOrd="0" presId="urn:microsoft.com/office/officeart/2018/5/layout/IconCircleLabelList"/>
    <dgm:cxn modelId="{9AB7E52F-6B42-4722-AAF4-101D4F797685}" type="presParOf" srcId="{A0EF81F4-799F-4065-9BB3-637BF983E909}" destId="{9D4D262C-5CC2-46BD-9249-EDDD99A5FF3A}" srcOrd="2" destOrd="0" presId="urn:microsoft.com/office/officeart/2018/5/layout/IconCircleLabelList"/>
    <dgm:cxn modelId="{F7C5012A-B3B9-4A38-8423-839D68A9D525}" type="presParOf" srcId="{A0EF81F4-799F-4065-9BB3-637BF983E909}" destId="{28ED1489-8AFC-4A77-9AEC-B5B2B7E0B41D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3FE32F-5829-495F-9FD6-5EA6DF264AFB}">
      <dsp:nvSpPr>
        <dsp:cNvPr id="0" name=""/>
        <dsp:cNvSpPr/>
      </dsp:nvSpPr>
      <dsp:spPr>
        <a:xfrm>
          <a:off x="592974" y="623168"/>
          <a:ext cx="1818562" cy="181856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261CF3-E595-4987-B137-3801DB1E1EB0}">
      <dsp:nvSpPr>
        <dsp:cNvPr id="0" name=""/>
        <dsp:cNvSpPr/>
      </dsp:nvSpPr>
      <dsp:spPr>
        <a:xfrm>
          <a:off x="980536" y="1010731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14574F-EC91-4775-ACC7-F3959C8CA85F}">
      <dsp:nvSpPr>
        <dsp:cNvPr id="0" name=""/>
        <dsp:cNvSpPr/>
      </dsp:nvSpPr>
      <dsp:spPr>
        <a:xfrm>
          <a:off x="11630" y="3008169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BACKEND</a:t>
          </a:r>
        </a:p>
      </dsp:txBody>
      <dsp:txXfrm>
        <a:off x="11630" y="3008169"/>
        <a:ext cx="2981250" cy="720000"/>
      </dsp:txXfrm>
    </dsp:sp>
    <dsp:sp modelId="{C8AA191E-6D9F-4E25-AF2C-5D3DC674AEC9}">
      <dsp:nvSpPr>
        <dsp:cNvPr id="0" name=""/>
        <dsp:cNvSpPr/>
      </dsp:nvSpPr>
      <dsp:spPr>
        <a:xfrm>
          <a:off x="4095943" y="623168"/>
          <a:ext cx="1818562" cy="181856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2D5F69-9A5B-4AF3-9B8F-F4D7F4F3A3DD}">
      <dsp:nvSpPr>
        <dsp:cNvPr id="0" name=""/>
        <dsp:cNvSpPr/>
      </dsp:nvSpPr>
      <dsp:spPr>
        <a:xfrm>
          <a:off x="4483505" y="1010731"/>
          <a:ext cx="1043437" cy="1043437"/>
        </a:xfrm>
        <a:prstGeom prst="rect">
          <a:avLst/>
        </a:prstGeom>
        <a:blipFill rotWithShape="1">
          <a:blip xmlns:r="http://schemas.openxmlformats.org/officeDocument/2006/relationships" r:embed="rId3"/>
          <a:srcRect/>
          <a:stretch>
            <a:fillRect l="-7000" r="-7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ED1489-8AFC-4A77-9AEC-B5B2B7E0B41D}">
      <dsp:nvSpPr>
        <dsp:cNvPr id="0" name=""/>
        <dsp:cNvSpPr/>
      </dsp:nvSpPr>
      <dsp:spPr>
        <a:xfrm>
          <a:off x="3514599" y="3008169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800" kern="1200"/>
            <a:t>fRONTEND</a:t>
          </a:r>
          <a:endParaRPr lang="en-US" sz="1800" kern="1200"/>
        </a:p>
      </dsp:txBody>
      <dsp:txXfrm>
        <a:off x="3514599" y="3008169"/>
        <a:ext cx="29812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3FE32F-5829-495F-9FD6-5EA6DF264AFB}">
      <dsp:nvSpPr>
        <dsp:cNvPr id="0" name=""/>
        <dsp:cNvSpPr/>
      </dsp:nvSpPr>
      <dsp:spPr>
        <a:xfrm>
          <a:off x="592974" y="623168"/>
          <a:ext cx="1818562" cy="181856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261CF3-E595-4987-B137-3801DB1E1EB0}">
      <dsp:nvSpPr>
        <dsp:cNvPr id="0" name=""/>
        <dsp:cNvSpPr/>
      </dsp:nvSpPr>
      <dsp:spPr>
        <a:xfrm>
          <a:off x="980536" y="1010731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14574F-EC91-4775-ACC7-F3959C8CA85F}">
      <dsp:nvSpPr>
        <dsp:cNvPr id="0" name=""/>
        <dsp:cNvSpPr/>
      </dsp:nvSpPr>
      <dsp:spPr>
        <a:xfrm>
          <a:off x="11630" y="3008169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/>
            <a:t>DBMS relazionale installato su un server dedicato</a:t>
          </a:r>
          <a:endParaRPr lang="en-US" sz="1700" kern="1200"/>
        </a:p>
      </dsp:txBody>
      <dsp:txXfrm>
        <a:off x="11630" y="3008169"/>
        <a:ext cx="2981250" cy="720000"/>
      </dsp:txXfrm>
    </dsp:sp>
    <dsp:sp modelId="{C8AA191E-6D9F-4E25-AF2C-5D3DC674AEC9}">
      <dsp:nvSpPr>
        <dsp:cNvPr id="0" name=""/>
        <dsp:cNvSpPr/>
      </dsp:nvSpPr>
      <dsp:spPr>
        <a:xfrm>
          <a:off x="3998941" y="626515"/>
          <a:ext cx="1818562" cy="181856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2D5F69-9A5B-4AF3-9B8F-F4D7F4F3A3DD}">
      <dsp:nvSpPr>
        <dsp:cNvPr id="0" name=""/>
        <dsp:cNvSpPr/>
      </dsp:nvSpPr>
      <dsp:spPr>
        <a:xfrm>
          <a:off x="4391432" y="1008446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ED1489-8AFC-4A77-9AEC-B5B2B7E0B41D}">
      <dsp:nvSpPr>
        <dsp:cNvPr id="0" name=""/>
        <dsp:cNvSpPr/>
      </dsp:nvSpPr>
      <dsp:spPr>
        <a:xfrm>
          <a:off x="3285997" y="3017874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err="1"/>
            <a:t>Hibernate</a:t>
          </a:r>
          <a:endParaRPr lang="en-US" sz="1700" kern="1200"/>
        </a:p>
      </dsp:txBody>
      <dsp:txXfrm>
        <a:off x="3285997" y="3017874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99ADB5-C3E9-495D-A3D8-D6F9F214114A}" type="datetimeFigureOut">
              <a:rPr lang="it-IT" smtClean="0"/>
              <a:t>17/07/2023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9FED94-127C-4B46-8FBF-FA67981FDF50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99650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05C1D8F7-2BDD-4C56-98AF-2E212EF349F3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61304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1B99FE9-D9C0-7889-783E-725BBA3540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A4B8BBA-B333-4B88-3439-55ED3D5301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8F76DE0-AA52-B05C-B870-BCA2598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F84F6-4D5E-47D7-9E3F-4DBE9FB5143B}" type="datetimeFigureOut">
              <a:rPr lang="it-IT" smtClean="0"/>
              <a:t>17/07/2023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5392420-94B9-DBF4-1A35-26821C629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D6F512D-B94B-37F4-9ECD-64C26A978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E8F87-56C0-4374-9A81-B994D4C839C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91401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7E216F-D9C0-65DD-EFBF-DC2D9DB7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E42BFB7-6A10-183D-86D8-3EEA71242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8C07C24-9694-4F04-3059-E3BFD95FD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F84F6-4D5E-47D7-9E3F-4DBE9FB5143B}" type="datetimeFigureOut">
              <a:rPr lang="it-IT" smtClean="0"/>
              <a:t>17/07/2023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D01D2E2-CE28-DD9A-EA99-1F033FDE1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5F8ADD8-0EED-C4BA-B200-3B8F2767E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E8F87-56C0-4374-9A81-B994D4C839C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43287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DEC760-3397-4951-660A-9E385A4F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4C1177A-4AA3-6112-7C41-E885E51005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D964096-7A2D-D5CC-DFDF-7BE49EB20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F84F6-4D5E-47D7-9E3F-4DBE9FB5143B}" type="datetimeFigureOut">
              <a:rPr lang="it-IT" smtClean="0"/>
              <a:t>17/07/2023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F187ECA-817E-BC51-7599-2B48F6A46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A5EE4CF-3B1E-A666-2811-05EE25DD7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E8F87-56C0-4374-9A81-B994D4C839C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53365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1BE85C-FD49-3E73-6DFA-6FB94ED6C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A2210D1-42C3-22FF-B608-921A220445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D52471F-A711-5E7B-D4C3-92FAD9F20F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17CC3F1D-7A49-123B-4C6C-907C316DF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F84F6-4D5E-47D7-9E3F-4DBE9FB5143B}" type="datetimeFigureOut">
              <a:rPr lang="it-IT" smtClean="0"/>
              <a:t>17/07/2023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1129E6F-1850-BF3F-428D-DF8478A0C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FDBEABA-8DE4-5D9A-001D-FD552276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E8F87-56C0-4374-9A81-B994D4C839C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0391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9A237B-FE99-1BA4-59E4-BE415A62F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2E5D139-BA62-703F-B384-1D1CE7E59D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ABDA243-0EE7-4A6C-0054-D7DF599C7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3BBA205-A2B9-301E-505D-4D74DFF873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52221F3-C15E-EC25-8774-A5D0DF4B5F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61549CE2-2F7F-75BB-C613-AEBC0B392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F84F6-4D5E-47D7-9E3F-4DBE9FB5143B}" type="datetimeFigureOut">
              <a:rPr lang="it-IT" smtClean="0"/>
              <a:t>17/07/2023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F56C944-EAA4-C95C-6CE8-8B83A9E9B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D2CB5875-F457-0DC7-CBCA-7904066E2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E8F87-56C0-4374-9A81-B994D4C839C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47003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34EBE61-3666-3FEC-01DF-52E8C1E23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BA51FCF-82E9-73EC-D2DF-721AD6415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F84F6-4D5E-47D7-9E3F-4DBE9FB5143B}" type="datetimeFigureOut">
              <a:rPr lang="it-IT" smtClean="0"/>
              <a:t>17/07/2023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F69EF1D-1711-AD69-8521-08F5AB797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41BD384-263D-05D1-16CF-2652A86A8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E8F87-56C0-4374-9A81-B994D4C839C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8167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199C60B-BECD-AA63-E42A-EB42EE1EA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F84F6-4D5E-47D7-9E3F-4DBE9FB5143B}" type="datetimeFigureOut">
              <a:rPr lang="it-IT" smtClean="0"/>
              <a:t>17/07/2023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398AC38-D91F-98BB-B3F4-4C5667172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2379B4-D868-1DCB-5709-CBCCA2FD4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E8F87-56C0-4374-9A81-B994D4C839C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9246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4B3357-F908-912D-0076-543A1D596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60FFE5-053B-1BCA-2EEE-CD00EBD19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9A71DD5-8813-8F59-A45C-2C1A37E667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E3E67ED-015A-3FDF-09D6-979FEABB3B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F84F6-4D5E-47D7-9E3F-4DBE9FB5143B}" type="datetimeFigureOut">
              <a:rPr lang="it-IT" smtClean="0"/>
              <a:t>17/07/2023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F43358B-6CA5-5DE0-4BFC-1CE2A01D7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87E1E85-D572-24A4-98EF-598D1FED1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E8F87-56C0-4374-9A81-B994D4C839C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43997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871604-668C-DD63-69D7-4F49CFD58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05A3FC19-B900-5AB3-D721-0DAE3778B1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90CD8B3-A406-73E6-FBEC-D49EB74008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52B26B4-6C3D-F4AD-641F-B6D2A283D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F84F6-4D5E-47D7-9E3F-4DBE9FB5143B}" type="datetimeFigureOut">
              <a:rPr lang="it-IT" smtClean="0"/>
              <a:t>17/07/2023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878B3EB-7DB6-B6AF-526B-16D632CA6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124481F-5C07-47D2-63D0-22C453900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E8F87-56C0-4374-9A81-B994D4C839C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4401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FB36AA-67FD-1A93-EDFD-9D1731B2B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1EE1BFA-4B17-6340-499A-2B9BFFF218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28C28BF-7E61-B65B-524B-838D61DFA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F84F6-4D5E-47D7-9E3F-4DBE9FB5143B}" type="datetimeFigureOut">
              <a:rPr lang="it-IT" smtClean="0"/>
              <a:t>17/07/2023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551FAA7-C29E-6452-159D-EEBB67905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997935D-385C-F1CE-B943-3B69BF490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E8F87-56C0-4374-9A81-B994D4C839C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48910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17BD6F6-A1CD-A0AA-0B98-23A26E45CE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14E75E0-10B6-3B6C-B4C1-920D63F849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E782E59-2195-E7E2-FE58-B996B6495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F84F6-4D5E-47D7-9E3F-4DBE9FB5143B}" type="datetimeFigureOut">
              <a:rPr lang="it-IT" smtClean="0"/>
              <a:t>17/07/2023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D28162-62A7-709D-C802-5808D81E2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FADE21C-1C06-8FB9-6DAA-F623FD6B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E8F87-56C0-4374-9A81-B994D4C839C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8693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3493D196-F236-1185-6D88-85A9C07E1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55D06B4-0D5F-8A36-E785-F6EF03D8E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C2AA957-BE04-F81E-F53B-74D24C4BBA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F84F6-4D5E-47D7-9E3F-4DBE9FB5143B}" type="datetimeFigureOut">
              <a:rPr lang="it-IT" smtClean="0"/>
              <a:t>17/07/2023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A176C83-7D76-E140-3151-2F7E086E84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5C2D1AB-A353-8E2D-E1C6-0611D3DF87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0E8F87-56C0-4374-9A81-B994D4C839C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5380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7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2.svg"/><Relationship Id="rId3" Type="http://schemas.openxmlformats.org/officeDocument/2006/relationships/diagramLayout" Target="../diagrams/layout2.xml"/><Relationship Id="rId7" Type="http://schemas.openxmlformats.org/officeDocument/2006/relationships/image" Target="../media/image2.png"/><Relationship Id="rId12" Type="http://schemas.openxmlformats.org/officeDocument/2006/relationships/image" Target="../media/image11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11" Type="http://schemas.openxmlformats.org/officeDocument/2006/relationships/image" Target="../media/image4.svg"/><Relationship Id="rId5" Type="http://schemas.openxmlformats.org/officeDocument/2006/relationships/diagramColors" Target="../diagrams/colors2.xml"/><Relationship Id="rId10" Type="http://schemas.openxmlformats.org/officeDocument/2006/relationships/image" Target="../media/image3.pn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4200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3">
            <a:extLst>
              <a:ext uri="{FF2B5EF4-FFF2-40B4-BE49-F238E27FC236}">
                <a16:creationId xmlns:a16="http://schemas.microsoft.com/office/drawing/2014/main" id="{3301E07F-4F79-4B58-8698-EF24DC1EC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c 15">
            <a:extLst>
              <a:ext uri="{FF2B5EF4-FFF2-40B4-BE49-F238E27FC236}">
                <a16:creationId xmlns:a16="http://schemas.microsoft.com/office/drawing/2014/main" id="{E58B2195-5055-402F-A3E7-53FF0E498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91583" y="775849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Oval 17">
            <a:extLst>
              <a:ext uri="{FF2B5EF4-FFF2-40B4-BE49-F238E27FC236}">
                <a16:creationId xmlns:a16="http://schemas.microsoft.com/office/drawing/2014/main" id="{9EE6F773-742A-491A-9A00-A2A150DF5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29419" y="366810"/>
            <a:ext cx="6124381" cy="61243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838200" y="647593"/>
            <a:ext cx="4467792" cy="3060541"/>
          </a:xfrm>
        </p:spPr>
        <p:txBody>
          <a:bodyPr rtlCol="0">
            <a:normAutofit/>
          </a:bodyPr>
          <a:lstStyle/>
          <a:p>
            <a:pPr rtl="0"/>
            <a:r>
              <a:rPr lang="it-IT" err="1">
                <a:solidFill>
                  <a:srgbClr val="FFFFFF"/>
                </a:solidFill>
              </a:rPr>
              <a:t>FantaBasket</a:t>
            </a:r>
            <a:endParaRPr lang="it-IT">
              <a:solidFill>
                <a:srgbClr val="FFFFFF"/>
              </a:solidFill>
            </a:endParaRP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838200" y="3800209"/>
            <a:ext cx="4467792" cy="2410198"/>
          </a:xfrm>
        </p:spPr>
        <p:txBody>
          <a:bodyPr rtlCol="0">
            <a:normAutofit/>
          </a:bodyPr>
          <a:lstStyle/>
          <a:p>
            <a:r>
              <a:rPr lang="it-IT">
                <a:solidFill>
                  <a:srgbClr val="FFFFFF"/>
                </a:solidFill>
              </a:rPr>
              <a:t>Progetto Ingegneria del Software</a:t>
            </a:r>
          </a:p>
          <a:p>
            <a:endParaRPr lang="it-IT">
              <a:solidFill>
                <a:srgbClr val="FFFFFF"/>
              </a:solidFill>
            </a:endParaRPr>
          </a:p>
          <a:p>
            <a:endParaRPr lang="it-IT" sz="1800">
              <a:solidFill>
                <a:srgbClr val="FFFFFF"/>
              </a:solidFill>
            </a:endParaRPr>
          </a:p>
          <a:p>
            <a:r>
              <a:rPr lang="it-IT" sz="1800">
                <a:solidFill>
                  <a:srgbClr val="FFFFFF"/>
                </a:solidFill>
              </a:rPr>
              <a:t>Federico Mingarelli 000099832</a:t>
            </a:r>
          </a:p>
          <a:p>
            <a:r>
              <a:rPr lang="it-IT" sz="1800">
                <a:solidFill>
                  <a:srgbClr val="FFFFFF"/>
                </a:solidFill>
              </a:rPr>
              <a:t>Luca Cimino 0000970880</a:t>
            </a:r>
          </a:p>
          <a:p>
            <a:r>
              <a:rPr lang="it-IT" sz="1800">
                <a:solidFill>
                  <a:srgbClr val="FFFFFF"/>
                </a:solidFill>
              </a:rPr>
              <a:t>Stefano Spadari 0000970191</a:t>
            </a:r>
          </a:p>
          <a:p>
            <a:endParaRPr lang="it-IT">
              <a:solidFill>
                <a:srgbClr val="FFFFFF"/>
              </a:solidFill>
            </a:endParaRPr>
          </a:p>
          <a:p>
            <a:pPr rtl="0"/>
            <a:endParaRPr lang="it-IT">
              <a:solidFill>
                <a:srgbClr val="FFFFFF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AA7D18C-2234-9618-827D-D66C575A5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620" y="1374798"/>
            <a:ext cx="4186411" cy="4108404"/>
          </a:xfrm>
          <a:custGeom>
            <a:avLst/>
            <a:gdLst/>
            <a:ahLst/>
            <a:cxnLst/>
            <a:rect l="l" t="t" r="r" b="b"/>
            <a:pathLst>
              <a:path w="4273177" h="4470400">
                <a:moveTo>
                  <a:pt x="75080" y="0"/>
                </a:moveTo>
                <a:lnTo>
                  <a:pt x="4198097" y="0"/>
                </a:lnTo>
                <a:cubicBezTo>
                  <a:pt x="4239563" y="0"/>
                  <a:pt x="4273177" y="33614"/>
                  <a:pt x="4273177" y="75080"/>
                </a:cubicBezTo>
                <a:lnTo>
                  <a:pt x="4273177" y="4395320"/>
                </a:lnTo>
                <a:cubicBezTo>
                  <a:pt x="4273177" y="4436786"/>
                  <a:pt x="4239563" y="4470400"/>
                  <a:pt x="4198097" y="4470400"/>
                </a:cubicBezTo>
                <a:lnTo>
                  <a:pt x="75080" y="4470400"/>
                </a:lnTo>
                <a:cubicBezTo>
                  <a:pt x="33614" y="4470400"/>
                  <a:pt x="0" y="4436786"/>
                  <a:pt x="0" y="4395320"/>
                </a:cubicBezTo>
                <a:lnTo>
                  <a:pt x="0" y="75080"/>
                </a:lnTo>
                <a:cubicBezTo>
                  <a:pt x="0" y="33614"/>
                  <a:pt x="33614" y="0"/>
                  <a:pt x="75080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76090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150AE9-1CAE-6AF4-0B8F-7CE27CE45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/>
              <a:t>Breve introduzione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96C92B0-F750-FE17-3000-3D3C2F7DD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734300" cy="4351338"/>
          </a:xfrm>
        </p:spPr>
        <p:txBody>
          <a:bodyPr/>
          <a:lstStyle/>
          <a:p>
            <a:r>
              <a:rPr lang="it-IT"/>
              <a:t>Applicazione web</a:t>
            </a:r>
          </a:p>
          <a:p>
            <a:pPr marL="0" indent="0">
              <a:buNone/>
            </a:pPr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93539FE-69A1-7A67-074A-C9724E17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2212" y="5631074"/>
            <a:ext cx="1249788" cy="1226926"/>
          </a:xfrm>
          <a:prstGeom prst="rect">
            <a:avLst/>
          </a:prstGeom>
        </p:spPr>
      </p:pic>
      <p:graphicFrame>
        <p:nvGraphicFramePr>
          <p:cNvPr id="4" name="Segnaposto contenuto 2">
            <a:extLst>
              <a:ext uri="{FF2B5EF4-FFF2-40B4-BE49-F238E27FC236}">
                <a16:creationId xmlns:a16="http://schemas.microsoft.com/office/drawing/2014/main" id="{563CC5E6-F9B7-4DEF-2FE6-F9F46FCBBA9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57748296"/>
              </p:ext>
            </p:extLst>
          </p:nvPr>
        </p:nvGraphicFramePr>
        <p:xfrm>
          <a:off x="2439311" y="2655199"/>
          <a:ext cx="65074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7" name="Immagine 6">
            <a:extLst>
              <a:ext uri="{FF2B5EF4-FFF2-40B4-BE49-F238E27FC236}">
                <a16:creationId xmlns:a16="http://schemas.microsoft.com/office/drawing/2014/main" id="{6A283F7E-BB35-49CE-3F85-7BBFAD7736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257" y="3647616"/>
            <a:ext cx="1053305" cy="1059462"/>
          </a:xfrm>
          <a:prstGeom prst="rect">
            <a:avLst/>
          </a:prstGeom>
        </p:spPr>
      </p:pic>
      <p:pic>
        <p:nvPicPr>
          <p:cNvPr id="12" name="Immagine 11" descr="Immagine che contiene Elementi grafici, grafica, Carattere, design">
            <a:extLst>
              <a:ext uri="{FF2B5EF4-FFF2-40B4-BE49-F238E27FC236}">
                <a16:creationId xmlns:a16="http://schemas.microsoft.com/office/drawing/2014/main" id="{392EB388-1738-4D2B-FEDA-6C32E1A55F2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9845" y="3732756"/>
            <a:ext cx="1732128" cy="974322"/>
          </a:xfrm>
          <a:prstGeom prst="rect">
            <a:avLst/>
          </a:prstGeom>
        </p:spPr>
      </p:pic>
      <p:pic>
        <p:nvPicPr>
          <p:cNvPr id="14" name="Immagine 13" descr="Immagine che contiene simbolo, Elementi grafici, triangolo&#10;&#10;Descrizione generata automaticamente">
            <a:extLst>
              <a:ext uri="{FF2B5EF4-FFF2-40B4-BE49-F238E27FC236}">
                <a16:creationId xmlns:a16="http://schemas.microsoft.com/office/drawing/2014/main" id="{91D46F6C-619A-2787-6799-AE20B310C02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9532" y="3665184"/>
            <a:ext cx="1059462" cy="105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095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150AE9-1CAE-6AF4-0B8F-7CE27CE45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506" y="192846"/>
            <a:ext cx="10515600" cy="1325563"/>
          </a:xfrm>
        </p:spPr>
        <p:txBody>
          <a:bodyPr/>
          <a:lstStyle/>
          <a:p>
            <a:pPr algn="ctr"/>
            <a:r>
              <a:rPr lang="it-IT"/>
              <a:t>Scelte di gestione dei dati persistenti</a:t>
            </a:r>
          </a:p>
        </p:txBody>
      </p:sp>
      <p:graphicFrame>
        <p:nvGraphicFramePr>
          <p:cNvPr id="8" name="Segnaposto contenuto 2">
            <a:extLst>
              <a:ext uri="{FF2B5EF4-FFF2-40B4-BE49-F238E27FC236}">
                <a16:creationId xmlns:a16="http://schemas.microsoft.com/office/drawing/2014/main" id="{F80E7807-D1BF-FEF9-FDDF-0AA3044FF5D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92360801"/>
              </p:ext>
            </p:extLst>
          </p:nvPr>
        </p:nvGraphicFramePr>
        <p:xfrm>
          <a:off x="1401086" y="1893199"/>
          <a:ext cx="65074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Immagine 5">
            <a:extLst>
              <a:ext uri="{FF2B5EF4-FFF2-40B4-BE49-F238E27FC236}">
                <a16:creationId xmlns:a16="http://schemas.microsoft.com/office/drawing/2014/main" id="{BDF4E3A1-D414-5E04-B766-A4C3DC50B2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2212" y="5631074"/>
            <a:ext cx="1249788" cy="122692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EDA90B73-FC3D-CA96-A2F6-0C33835C22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82653" y="2885616"/>
            <a:ext cx="1053305" cy="1059462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59DF1AFD-411A-586A-CAE2-95356339F2E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91032" y="2885616"/>
            <a:ext cx="1053305" cy="1059462"/>
          </a:xfrm>
          <a:prstGeom prst="rect">
            <a:avLst/>
          </a:prstGeom>
        </p:spPr>
      </p:pic>
      <p:sp>
        <p:nvSpPr>
          <p:cNvPr id="13" name="Rettangolo 12" descr="Database">
            <a:extLst>
              <a:ext uri="{FF2B5EF4-FFF2-40B4-BE49-F238E27FC236}">
                <a16:creationId xmlns:a16="http://schemas.microsoft.com/office/drawing/2014/main" id="{E9A46805-6FB7-7AE1-D209-DE3D4A553883}"/>
              </a:ext>
            </a:extLst>
          </p:cNvPr>
          <p:cNvSpPr>
            <a:spLocks/>
          </p:cNvSpPr>
          <p:nvPr/>
        </p:nvSpPr>
        <p:spPr>
          <a:xfrm>
            <a:off x="2405218" y="2885616"/>
            <a:ext cx="1039178" cy="1043437"/>
          </a:xfrm>
          <a:prstGeom prst="rect">
            <a:avLst/>
          </a:prstGeom>
          <a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16" name="Ovale 15">
            <a:extLst>
              <a:ext uri="{FF2B5EF4-FFF2-40B4-BE49-F238E27FC236}">
                <a16:creationId xmlns:a16="http://schemas.microsoft.com/office/drawing/2014/main" id="{F350AC4A-711D-D5ED-7663-86F01849BDAB}"/>
              </a:ext>
            </a:extLst>
          </p:cNvPr>
          <p:cNvSpPr/>
          <p:nvPr/>
        </p:nvSpPr>
        <p:spPr>
          <a:xfrm>
            <a:off x="8877501" y="2498053"/>
            <a:ext cx="1818562" cy="1818562"/>
          </a:xfrm>
          <a:prstGeom prst="ellipse">
            <a:avLst/>
          </a:prstGeom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it-IT"/>
          </a:p>
        </p:txBody>
      </p:sp>
      <p:pic>
        <p:nvPicPr>
          <p:cNvPr id="19" name="Elemento grafico 18">
            <a:extLst>
              <a:ext uri="{FF2B5EF4-FFF2-40B4-BE49-F238E27FC236}">
                <a16:creationId xmlns:a16="http://schemas.microsoft.com/office/drawing/2014/main" id="{631EE3CF-A8ED-1B22-A60D-A42A55A9075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127428" y="2769646"/>
            <a:ext cx="1318707" cy="1318707"/>
          </a:xfrm>
          <a:prstGeom prst="rect">
            <a:avLst/>
          </a:prstGeom>
        </p:spPr>
      </p:pic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782F8C6B-02D6-6127-FFFB-891F1B8F8747}"/>
              </a:ext>
            </a:extLst>
          </p:cNvPr>
          <p:cNvSpPr txBox="1"/>
          <p:nvPr/>
        </p:nvSpPr>
        <p:spPr>
          <a:xfrm>
            <a:off x="8618112" y="4863482"/>
            <a:ext cx="232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/>
              <a:t>DB2</a:t>
            </a:r>
          </a:p>
        </p:txBody>
      </p:sp>
    </p:spTree>
    <p:extLst>
      <p:ext uri="{BB962C8B-B14F-4D97-AF65-F5344CB8AC3E}">
        <p14:creationId xmlns:p14="http://schemas.microsoft.com/office/powerpoint/2010/main" val="555379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150AE9-1CAE-6AF4-0B8F-7CE27CE45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Perché </a:t>
            </a:r>
            <a:r>
              <a:rPr lang="it-IT" err="1"/>
              <a:t>Hibernate</a:t>
            </a:r>
            <a:r>
              <a:rPr lang="it-IT"/>
              <a:t>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96C92B0-F750-FE17-3000-3D3C2F7DD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734300" cy="4351338"/>
          </a:xfrm>
        </p:spPr>
        <p:txBody>
          <a:bodyPr/>
          <a:lstStyle/>
          <a:p>
            <a:r>
              <a:rPr lang="it-IT"/>
              <a:t>Risolve i conflitti d’impedenza</a:t>
            </a:r>
          </a:p>
          <a:p>
            <a:r>
              <a:rPr lang="it-IT"/>
              <a:t>Persistenza automatica basata su metadati</a:t>
            </a:r>
          </a:p>
          <a:p>
            <a:r>
              <a:rPr lang="it-IT"/>
              <a:t>Poche linee di codice:</a:t>
            </a:r>
          </a:p>
          <a:p>
            <a:pPr lvl="1"/>
            <a:r>
              <a:rPr lang="it-IT" sz="2000"/>
              <a:t>Manutenibilità</a:t>
            </a:r>
          </a:p>
          <a:p>
            <a:pPr lvl="1"/>
            <a:r>
              <a:rPr lang="it-IT" sz="2000"/>
              <a:t>Enfasi su business </a:t>
            </a:r>
            <a:r>
              <a:rPr lang="it-IT" sz="2000" err="1"/>
              <a:t>logic</a:t>
            </a:r>
            <a:endParaRPr lang="it-IT" sz="2000"/>
          </a:p>
          <a:p>
            <a:pPr lvl="1"/>
            <a:r>
              <a:rPr lang="it-IT" sz="2000" err="1"/>
              <a:t>Refactor</a:t>
            </a:r>
            <a:r>
              <a:rPr lang="it-IT" sz="2000"/>
              <a:t> più facile</a:t>
            </a:r>
          </a:p>
          <a:p>
            <a:r>
              <a:rPr lang="it-IT"/>
              <a:t>Indipendente dal </a:t>
            </a:r>
            <a:r>
              <a:rPr lang="it-IT" err="1"/>
              <a:t>vendor</a:t>
            </a:r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93539FE-69A1-7A67-074A-C9724E17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2212" y="5631074"/>
            <a:ext cx="1249788" cy="1226926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0B0E3353-9F16-9FB8-0476-ED840E44F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8173" y="863432"/>
            <a:ext cx="3448977" cy="3469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834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150AE9-1CAE-6AF4-0B8F-7CE27CE45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/>
              <a:t>Mapping delle entità/associazioni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93539FE-69A1-7A67-074A-C9724E17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2212" y="5631074"/>
            <a:ext cx="1249788" cy="1226926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12A9A1B2-C8ED-B5CE-DB7D-FAE6D1E6C537}"/>
              </a:ext>
            </a:extLst>
          </p:cNvPr>
          <p:cNvSpPr txBox="1"/>
          <p:nvPr/>
        </p:nvSpPr>
        <p:spPr>
          <a:xfrm>
            <a:off x="838200" y="1987826"/>
            <a:ext cx="329647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800" err="1"/>
              <a:t>Eager</a:t>
            </a:r>
            <a:r>
              <a:rPr lang="it-IT" sz="2800"/>
              <a:t>/</a:t>
            </a:r>
            <a:r>
              <a:rPr lang="it-IT" sz="2800" err="1"/>
              <a:t>Lazy</a:t>
            </a:r>
            <a:r>
              <a:rPr lang="it-IT" sz="2800"/>
              <a:t> fetch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800"/>
              <a:t>Lost Update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33412676-18F4-0825-9300-D1F8035D5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283556"/>
            <a:ext cx="5677392" cy="2110923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8CC59634-72B0-AE93-F042-40B42EFA86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4410" y="1557713"/>
            <a:ext cx="6119390" cy="2949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730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150AE9-1CAE-6AF4-0B8F-7CE27CE45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cs typeface="Calibri Light"/>
              </a:rPr>
              <a:t>Strato dei Controller</a:t>
            </a:r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93539FE-69A1-7A67-074A-C9724E17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2212" y="5631074"/>
            <a:ext cx="1249788" cy="1226926"/>
          </a:xfrm>
          <a:prstGeom prst="rect">
            <a:avLst/>
          </a:prstGeom>
        </p:spPr>
      </p:pic>
      <p:pic>
        <p:nvPicPr>
          <p:cNvPr id="8" name="Picture 8" descr="A diagram of a business process&#10;&#10;Description automatically generated">
            <a:extLst>
              <a:ext uri="{FF2B5EF4-FFF2-40B4-BE49-F238E27FC236}">
                <a16:creationId xmlns:a16="http://schemas.microsoft.com/office/drawing/2014/main" id="{7A443845-FB68-7162-0AF3-2BE8C063E3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70415" y="3430033"/>
            <a:ext cx="5958416" cy="223684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4E570F-B7AB-D0DB-3E32-AD318CC9515B}"/>
              </a:ext>
            </a:extLst>
          </p:cNvPr>
          <p:cNvSpPr txBox="1"/>
          <p:nvPr/>
        </p:nvSpPr>
        <p:spPr>
          <a:xfrm>
            <a:off x="978370" y="1693332"/>
            <a:ext cx="8472311" cy="22467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800">
                <a:cs typeface="Calibri"/>
              </a:rPr>
              <a:t>Logica di business </a:t>
            </a:r>
            <a:r>
              <a:rPr lang="en-US" sz="2800" err="1">
                <a:cs typeface="Calibri"/>
              </a:rPr>
              <a:t>dell'applicazione</a:t>
            </a:r>
            <a:endParaRPr lang="en-US" sz="2800"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2800">
                <a:cs typeface="Calibri"/>
              </a:rPr>
              <a:t>Accesso al database </a:t>
            </a:r>
            <a:r>
              <a:rPr lang="en-US" sz="2800" err="1">
                <a:cs typeface="Calibri"/>
              </a:rPr>
              <a:t>mediante</a:t>
            </a:r>
            <a:r>
              <a:rPr lang="en-US" sz="2800">
                <a:cs typeface="Calibri"/>
              </a:rPr>
              <a:t> il framework Hibernate</a:t>
            </a:r>
          </a:p>
          <a:p>
            <a:pPr marL="285750" indent="-285750">
              <a:buFont typeface="Arial"/>
              <a:buChar char="•"/>
            </a:pPr>
            <a:r>
              <a:rPr lang="en-US" sz="2800" err="1">
                <a:cs typeface="Calibri"/>
              </a:rPr>
              <a:t>Implementati</a:t>
            </a:r>
            <a:r>
              <a:rPr lang="en-US" sz="2800">
                <a:cs typeface="Calibri"/>
              </a:rPr>
              <a:t> come controller senza </a:t>
            </a:r>
            <a:r>
              <a:rPr lang="en-US" sz="2800" err="1">
                <a:cs typeface="Calibri"/>
              </a:rPr>
              <a:t>stato</a:t>
            </a:r>
            <a:endParaRPr lang="en-US" sz="2800">
              <a:cs typeface="Calibri"/>
            </a:endParaRPr>
          </a:p>
          <a:p>
            <a:pPr marL="285750" indent="-285750">
              <a:buFont typeface="Arial"/>
              <a:buChar char="•"/>
            </a:pPr>
            <a:endParaRPr lang="en-US" sz="2800">
              <a:cs typeface="Calibri"/>
            </a:endParaRPr>
          </a:p>
          <a:p>
            <a:pPr marL="285750" indent="-285750">
              <a:buFont typeface="Arial"/>
              <a:buChar char="•"/>
            </a:pPr>
            <a:endParaRPr lang="en-US" sz="280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1060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150AE9-1CAE-6AF4-0B8F-7CE27CE45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cs typeface="Calibri Light"/>
              </a:rPr>
              <a:t>Java </a:t>
            </a:r>
            <a:r>
              <a:rPr lang="it-IT" err="1">
                <a:cs typeface="Calibri Light"/>
              </a:rPr>
              <a:t>Servlet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93539FE-69A1-7A67-074A-C9724E17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2212" y="5631074"/>
            <a:ext cx="1249788" cy="12269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97496E-8522-AC9B-AD47-47EE3FA97A61}"/>
              </a:ext>
            </a:extLst>
          </p:cNvPr>
          <p:cNvSpPr txBox="1"/>
          <p:nvPr/>
        </p:nvSpPr>
        <p:spPr>
          <a:xfrm>
            <a:off x="837259" y="1572728"/>
            <a:ext cx="4916628" cy="33547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err="1">
                <a:cs typeface="Calibri" panose="020F0502020204030204"/>
              </a:rPr>
              <a:t>Interfaccia</a:t>
            </a:r>
            <a:r>
              <a:rPr lang="en-US" sz="2400">
                <a:cs typeface="Calibri" panose="020F0502020204030204"/>
              </a:rPr>
              <a:t> </a:t>
            </a:r>
            <a:r>
              <a:rPr lang="en-US" sz="2400" err="1">
                <a:cs typeface="Calibri" panose="020F0502020204030204"/>
              </a:rPr>
              <a:t>tra</a:t>
            </a:r>
            <a:r>
              <a:rPr lang="en-US" sz="2400">
                <a:cs typeface="Calibri"/>
              </a:rPr>
              <a:t> frontend e controller</a:t>
            </a:r>
          </a:p>
          <a:p>
            <a:pPr marL="285750" indent="-285750">
              <a:buFont typeface="Arial"/>
              <a:buChar char="•"/>
            </a:pPr>
            <a:r>
              <a:rPr lang="en-US" sz="2400">
                <a:cs typeface="Calibri"/>
              </a:rPr>
              <a:t>Mapping </a:t>
            </a:r>
            <a:r>
              <a:rPr lang="en-US" sz="2400" err="1">
                <a:cs typeface="Calibri"/>
              </a:rPr>
              <a:t>degli</a:t>
            </a:r>
            <a:r>
              <a:rPr lang="en-US" sz="2400">
                <a:cs typeface="Calibri"/>
              </a:rPr>
              <a:t> </a:t>
            </a:r>
            <a:r>
              <a:rPr lang="en-US" sz="2400" err="1">
                <a:cs typeface="Calibri"/>
              </a:rPr>
              <a:t>url</a:t>
            </a:r>
            <a:endParaRPr lang="en-US" sz="2400"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2400" err="1">
                <a:cs typeface="Calibri"/>
              </a:rPr>
              <a:t>Funzioni</a:t>
            </a:r>
            <a:r>
              <a:rPr lang="en-US" sz="2000">
                <a:cs typeface="Calibri" panose="020F0502020204030204"/>
              </a:rPr>
              <a:t>:</a:t>
            </a:r>
          </a:p>
          <a:p>
            <a:pPr marL="914400" lvl="1" indent="-457200">
              <a:buFont typeface="Arial"/>
              <a:buChar char="•"/>
            </a:pPr>
            <a:r>
              <a:rPr lang="en-US" sz="2000" err="1">
                <a:ea typeface="+mn-lt"/>
                <a:cs typeface="+mn-lt"/>
              </a:rPr>
              <a:t>controllo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dei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parametri</a:t>
            </a:r>
            <a:r>
              <a:rPr lang="en-US" sz="2000">
                <a:ea typeface="+mn-lt"/>
                <a:cs typeface="+mn-lt"/>
              </a:rPr>
              <a:t> e </a:t>
            </a:r>
            <a:r>
              <a:rPr lang="en-US" sz="2000" err="1">
                <a:ea typeface="+mn-lt"/>
                <a:cs typeface="+mn-lt"/>
              </a:rPr>
              <a:t>sanificazione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dell'input</a:t>
            </a:r>
            <a:endParaRPr lang="en-US" sz="2000">
              <a:ea typeface="+mn-lt"/>
              <a:cs typeface="+mn-lt"/>
            </a:endParaRPr>
          </a:p>
          <a:p>
            <a:pPr marL="914400" lvl="1" indent="-457200">
              <a:buFont typeface="Arial"/>
              <a:buChar char="•"/>
            </a:pPr>
            <a:r>
              <a:rPr lang="en-US" sz="2000" err="1">
                <a:ea typeface="+mn-lt"/>
                <a:cs typeface="+mn-lt"/>
              </a:rPr>
              <a:t>gestione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dell'interazione</a:t>
            </a:r>
            <a:r>
              <a:rPr lang="en-US" sz="2000">
                <a:ea typeface="+mn-lt"/>
                <a:cs typeface="+mn-lt"/>
              </a:rPr>
              <a:t> con  il frontend</a:t>
            </a:r>
            <a:endParaRPr lang="en-US" sz="2000">
              <a:cs typeface="Calibri"/>
            </a:endParaRPr>
          </a:p>
          <a:p>
            <a:pPr marL="914400" lvl="1" indent="-4572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accesso </a:t>
            </a:r>
            <a:r>
              <a:rPr lang="en-US" sz="2000" err="1">
                <a:ea typeface="+mn-lt"/>
                <a:cs typeface="+mn-lt"/>
              </a:rPr>
              <a:t>alla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sessione</a:t>
            </a:r>
            <a:endParaRPr lang="en-US" sz="2000" err="1">
              <a:cs typeface="Calibri"/>
            </a:endParaRPr>
          </a:p>
          <a:p>
            <a:pPr marL="914400" lvl="1" indent="-457200">
              <a:buFont typeface="Arial"/>
              <a:buChar char="•"/>
            </a:pPr>
            <a:r>
              <a:rPr lang="en-US" sz="2000" err="1">
                <a:ea typeface="+mn-lt"/>
                <a:cs typeface="+mn-lt"/>
              </a:rPr>
              <a:t>gestione</a:t>
            </a:r>
            <a:r>
              <a:rPr lang="en-US" sz="2000">
                <a:ea typeface="+mn-lt"/>
                <a:cs typeface="+mn-lt"/>
              </a:rPr>
              <a:t> del </a:t>
            </a:r>
            <a:r>
              <a:rPr lang="en-US" sz="2000" err="1">
                <a:ea typeface="+mn-lt"/>
                <a:cs typeface="+mn-lt"/>
              </a:rPr>
              <a:t>ciclo</a:t>
            </a:r>
            <a:r>
              <a:rPr lang="en-US" sz="2000">
                <a:ea typeface="+mn-lt"/>
                <a:cs typeface="+mn-lt"/>
              </a:rPr>
              <a:t> di vita ed </a:t>
            </a:r>
            <a:r>
              <a:rPr lang="en-US" sz="2000" err="1">
                <a:ea typeface="+mn-lt"/>
                <a:cs typeface="+mn-lt"/>
              </a:rPr>
              <a:t>interazione</a:t>
            </a:r>
            <a:r>
              <a:rPr lang="en-US" sz="2000">
                <a:ea typeface="+mn-lt"/>
                <a:cs typeface="+mn-lt"/>
              </a:rPr>
              <a:t> con </a:t>
            </a:r>
            <a:r>
              <a:rPr lang="en-US" sz="2000" err="1">
                <a:ea typeface="+mn-lt"/>
                <a:cs typeface="+mn-lt"/>
              </a:rPr>
              <a:t>i</a:t>
            </a:r>
            <a:r>
              <a:rPr lang="en-US" sz="2000">
                <a:ea typeface="+mn-lt"/>
                <a:cs typeface="+mn-lt"/>
              </a:rPr>
              <a:t> controller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9CC0B1-A61C-759D-CF1A-A480A88B3718}"/>
              </a:ext>
            </a:extLst>
          </p:cNvPr>
          <p:cNvSpPr txBox="1"/>
          <p:nvPr/>
        </p:nvSpPr>
        <p:spPr>
          <a:xfrm>
            <a:off x="837259" y="4894389"/>
            <a:ext cx="5979348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err="1">
                <a:ea typeface="+mn-lt"/>
                <a:cs typeface="+mn-lt"/>
              </a:rPr>
              <a:t>Vivono</a:t>
            </a:r>
            <a:r>
              <a:rPr lang="en-US" sz="240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all'interno</a:t>
            </a:r>
            <a:r>
              <a:rPr lang="en-US" sz="2400">
                <a:ea typeface="+mn-lt"/>
                <a:cs typeface="+mn-lt"/>
              </a:rPr>
              <a:t> di un Servlet Container</a:t>
            </a:r>
          </a:p>
          <a:p>
            <a:pPr marL="800100" lvl="1" indent="-342900">
              <a:buFont typeface="Arial"/>
              <a:buChar char="•"/>
            </a:pPr>
            <a:r>
              <a:rPr lang="en-US" sz="2000">
                <a:cs typeface="Calibri" panose="020F0502020204030204"/>
              </a:rPr>
              <a:t>Apache Tomcat</a:t>
            </a:r>
          </a:p>
        </p:txBody>
      </p:sp>
      <p:pic>
        <p:nvPicPr>
          <p:cNvPr id="7" name="Picture 8" descr="A diagram of a server&#10;&#10;Description automatically generated">
            <a:extLst>
              <a:ext uri="{FF2B5EF4-FFF2-40B4-BE49-F238E27FC236}">
                <a16:creationId xmlns:a16="http://schemas.microsoft.com/office/drawing/2014/main" id="{7039A3B1-B00D-E76B-31E1-2BA457A85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575" y="1813028"/>
            <a:ext cx="5431603" cy="308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855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150AE9-1CAE-6AF4-0B8F-7CE27CE45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cs typeface="Calibri Light"/>
              </a:rPr>
              <a:t>Sessione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93539FE-69A1-7A67-074A-C9724E17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2212" y="5631074"/>
            <a:ext cx="1249788" cy="12269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E01AB3-BE8A-39D8-0095-BCE89376BBD0}"/>
              </a:ext>
            </a:extLst>
          </p:cNvPr>
          <p:cNvSpPr txBox="1"/>
          <p:nvPr/>
        </p:nvSpPr>
        <p:spPr>
          <a:xfrm>
            <a:off x="1147281" y="1524000"/>
            <a:ext cx="8693648" cy="36009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800">
                <a:cs typeface="Calibri" panose="020F0502020204030204"/>
              </a:rPr>
              <a:t>Tomcat </a:t>
            </a:r>
            <a:r>
              <a:rPr lang="en-US" sz="2800" err="1">
                <a:cs typeface="Calibri" panose="020F0502020204030204"/>
              </a:rPr>
              <a:t>gestisce</a:t>
            </a:r>
            <a:r>
              <a:rPr lang="en-US" sz="2800">
                <a:cs typeface="Calibri" panose="020F0502020204030204"/>
              </a:rPr>
              <a:t> le </a:t>
            </a:r>
            <a:r>
              <a:rPr lang="en-US" sz="2800" err="1">
                <a:cs typeface="Calibri" panose="020F0502020204030204"/>
              </a:rPr>
              <a:t>sessioni</a:t>
            </a:r>
            <a:r>
              <a:rPr lang="en-US" sz="2800">
                <a:cs typeface="Calibri" panose="020F0502020204030204"/>
              </a:rPr>
              <a:t> </a:t>
            </a:r>
            <a:r>
              <a:rPr lang="en-US" sz="2800" err="1">
                <a:cs typeface="Calibri" panose="020F0502020204030204"/>
              </a:rPr>
              <a:t>degli</a:t>
            </a:r>
            <a:r>
              <a:rPr lang="en-US" sz="2800">
                <a:cs typeface="Calibri" panose="020F0502020204030204"/>
              </a:rPr>
              <a:t> </a:t>
            </a:r>
            <a:r>
              <a:rPr lang="en-US" sz="2800" err="1">
                <a:cs typeface="Calibri" panose="020F0502020204030204"/>
              </a:rPr>
              <a:t>utenti</a:t>
            </a:r>
            <a:endParaRPr lang="en-US" sz="2800"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r>
              <a:rPr lang="en-US" sz="2800" err="1">
                <a:cs typeface="Calibri" panose="020F0502020204030204"/>
              </a:rPr>
              <a:t>Funzionamento</a:t>
            </a:r>
            <a:r>
              <a:rPr lang="en-US" sz="2800">
                <a:cs typeface="Calibri" panose="020F0502020204030204"/>
              </a:rPr>
              <a:t> </a:t>
            </a:r>
            <a:r>
              <a:rPr lang="en-US" sz="2800" err="1">
                <a:cs typeface="Calibri" panose="020F0502020204030204"/>
              </a:rPr>
              <a:t>dell'applicazione</a:t>
            </a:r>
            <a:r>
              <a:rPr lang="en-US" sz="2800">
                <a:cs typeface="Calibri" panose="020F0502020204030204"/>
              </a:rPr>
              <a:t> </a:t>
            </a:r>
            <a:r>
              <a:rPr lang="en-US" sz="2800" err="1">
                <a:cs typeface="Calibri" panose="020F0502020204030204"/>
              </a:rPr>
              <a:t>basato</a:t>
            </a:r>
            <a:r>
              <a:rPr lang="en-US" sz="2800">
                <a:cs typeface="Calibri" panose="020F0502020204030204"/>
              </a:rPr>
              <a:t> </a:t>
            </a:r>
            <a:r>
              <a:rPr lang="en-US" sz="2800" err="1">
                <a:cs typeface="Calibri" panose="020F0502020204030204"/>
              </a:rPr>
              <a:t>sulla</a:t>
            </a:r>
            <a:r>
              <a:rPr lang="en-US" sz="2800">
                <a:cs typeface="Calibri" panose="020F0502020204030204"/>
              </a:rPr>
              <a:t> </a:t>
            </a:r>
            <a:r>
              <a:rPr lang="en-US" sz="2800" err="1">
                <a:cs typeface="Calibri" panose="020F0502020204030204"/>
              </a:rPr>
              <a:t>sessione</a:t>
            </a:r>
            <a:endParaRPr lang="en-US" sz="2800"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endParaRPr lang="en-US" sz="2800">
              <a:cs typeface="Calibri" panose="020F0502020204030204"/>
            </a:endParaRPr>
          </a:p>
          <a:p>
            <a:r>
              <a:rPr lang="en-US" sz="2400" err="1">
                <a:cs typeface="Calibri" panose="020F0502020204030204"/>
              </a:rPr>
              <a:t>ServletLogin</a:t>
            </a:r>
            <a:r>
              <a:rPr lang="en-US" sz="2400">
                <a:cs typeface="Calibri" panose="020F0502020204030204"/>
              </a:rPr>
              <a:t>: </a:t>
            </a:r>
            <a:r>
              <a:rPr lang="en-US" sz="2400" err="1">
                <a:cs typeface="Calibri" panose="020F0502020204030204"/>
              </a:rPr>
              <a:t>salvataggio</a:t>
            </a:r>
            <a:r>
              <a:rPr lang="en-US" sz="2400">
                <a:cs typeface="Calibri" panose="020F0502020204030204"/>
              </a:rPr>
              <a:t> di </a:t>
            </a:r>
            <a:r>
              <a:rPr lang="en-US" sz="2400" err="1">
                <a:cs typeface="Calibri" panose="020F0502020204030204"/>
              </a:rPr>
              <a:t>utente</a:t>
            </a:r>
            <a:r>
              <a:rPr lang="en-US" sz="2400">
                <a:cs typeface="Calibri" panose="020F0502020204030204"/>
              </a:rPr>
              <a:t> e </a:t>
            </a:r>
            <a:r>
              <a:rPr lang="en-US" sz="2400" err="1">
                <a:cs typeface="Calibri" panose="020F0502020204030204"/>
              </a:rPr>
              <a:t>lega</a:t>
            </a:r>
            <a:r>
              <a:rPr lang="en-US" sz="2400">
                <a:cs typeface="Calibri" panose="020F0502020204030204"/>
              </a:rPr>
              <a:t> in </a:t>
            </a:r>
            <a:r>
              <a:rPr lang="en-US" sz="2400" err="1">
                <a:cs typeface="Calibri" panose="020F0502020204030204"/>
              </a:rPr>
              <a:t>sessione</a:t>
            </a:r>
          </a:p>
          <a:p>
            <a:endParaRPr lang="en-US" sz="2400">
              <a:cs typeface="Calibri" panose="020F0502020204030204"/>
            </a:endParaRPr>
          </a:p>
          <a:p>
            <a:endParaRPr lang="en-US" sz="2400">
              <a:cs typeface="Calibri" panose="020F0502020204030204"/>
            </a:endParaRPr>
          </a:p>
          <a:p>
            <a:endParaRPr lang="en-US" sz="2400">
              <a:cs typeface="Calibri" panose="020F0502020204030204"/>
            </a:endParaRPr>
          </a:p>
          <a:p>
            <a:r>
              <a:rPr lang="en-US" sz="2400" err="1">
                <a:cs typeface="Calibri" panose="020F0502020204030204"/>
              </a:rPr>
              <a:t>ServletVistaCampionato</a:t>
            </a:r>
          </a:p>
          <a:p>
            <a:endParaRPr lang="en-US" sz="2400">
              <a:cs typeface="Calibri" panose="020F0502020204030204"/>
            </a:endParaRPr>
          </a:p>
        </p:txBody>
      </p:sp>
      <p:pic>
        <p:nvPicPr>
          <p:cNvPr id="9" name="Picture 9" descr="A close-up of a text&#10;&#10;Description automatically generated">
            <a:extLst>
              <a:ext uri="{FF2B5EF4-FFF2-40B4-BE49-F238E27FC236}">
                <a16:creationId xmlns:a16="http://schemas.microsoft.com/office/drawing/2014/main" id="{E4A5DF52-02E3-64A7-2AFB-2D83DBBA00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659" y="3361922"/>
            <a:ext cx="3655718" cy="557490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545265AD-8D03-53AD-71B4-C5943E2CAF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659" y="4786355"/>
            <a:ext cx="8989718" cy="342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570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F513C-ED87-BA0F-B72B-24B8DF6F5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Front-end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F3335-E9D6-3054-3086-4C3009F36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Per </a:t>
            </a:r>
            <a:r>
              <a:rPr lang="en-US" dirty="0" err="1">
                <a:ea typeface="Calibri"/>
                <a:cs typeface="Calibri"/>
              </a:rPr>
              <a:t>realizzare</a:t>
            </a:r>
            <a:r>
              <a:rPr lang="en-US" dirty="0">
                <a:ea typeface="Calibri"/>
                <a:cs typeface="Calibri"/>
              </a:rPr>
              <a:t> la </a:t>
            </a:r>
            <a:r>
              <a:rPr lang="en-US" dirty="0" err="1">
                <a:ea typeface="Calibri"/>
                <a:cs typeface="Calibri"/>
              </a:rPr>
              <a:t>parte</a:t>
            </a:r>
            <a:r>
              <a:rPr lang="en-US" dirty="0">
                <a:ea typeface="Calibri"/>
                <a:cs typeface="Calibri"/>
              </a:rPr>
              <a:t> di </a:t>
            </a:r>
            <a:r>
              <a:rPr lang="en-US" dirty="0" err="1">
                <a:ea typeface="Calibri"/>
                <a:cs typeface="Calibri"/>
              </a:rPr>
              <a:t>visaulizzazione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abbiamo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utilizzato</a:t>
            </a:r>
            <a:r>
              <a:rPr lang="en-US" dirty="0">
                <a:ea typeface="Calibri"/>
                <a:cs typeface="Calibri"/>
              </a:rPr>
              <a:t> il framework Angular, </a:t>
            </a:r>
            <a:r>
              <a:rPr lang="en-US" dirty="0" err="1">
                <a:ea typeface="Calibri"/>
                <a:cs typeface="Calibri"/>
              </a:rPr>
              <a:t>fornito</a:t>
            </a:r>
            <a:r>
              <a:rPr lang="en-US" dirty="0">
                <a:ea typeface="Calibri"/>
                <a:cs typeface="Calibri"/>
              </a:rPr>
              <a:t> da Google.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348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150AE9-1CAE-6AF4-0B8F-7CE27CE45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Front-end</a:t>
            </a:r>
            <a:endParaRPr lang="it-IT" dirty="0">
              <a:ea typeface="+mj-lt"/>
              <a:cs typeface="+mj-lt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93539FE-69A1-7A67-074A-C9724E17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2212" y="5631074"/>
            <a:ext cx="1249788" cy="12269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E01AB3-BE8A-39D8-0095-BCE89376BBD0}"/>
              </a:ext>
            </a:extLst>
          </p:cNvPr>
          <p:cNvSpPr txBox="1"/>
          <p:nvPr/>
        </p:nvSpPr>
        <p:spPr>
          <a:xfrm>
            <a:off x="1147281" y="1524000"/>
            <a:ext cx="8693648" cy="8679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latin typeface="Arial"/>
                <a:ea typeface="Calibri" panose="020F0502020204030204"/>
                <a:cs typeface="Arial"/>
              </a:rPr>
              <a:t>Per 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realizzare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 la 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parte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 di 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visaulizzazione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 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abbiamo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 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utilizzato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 il framework Angular, 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fornito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 da Google. </a:t>
            </a:r>
          </a:p>
        </p:txBody>
      </p:sp>
      <p:pic>
        <p:nvPicPr>
          <p:cNvPr id="3" name="Picture 5" descr="A red and white logo&#10;&#10;Description automatically generated">
            <a:extLst>
              <a:ext uri="{FF2B5EF4-FFF2-40B4-BE49-F238E27FC236}">
                <a16:creationId xmlns:a16="http://schemas.microsoft.com/office/drawing/2014/main" id="{1386E366-C95B-50B7-4785-71CBA2A89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058" y="258879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168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150AE9-1CAE-6AF4-0B8F-7CE27CE45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Bootstrap</a:t>
            </a:r>
            <a:endParaRPr lang="en-US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93539FE-69A1-7A67-074A-C9724E17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2212" y="5631074"/>
            <a:ext cx="1249788" cy="12269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E01AB3-BE8A-39D8-0095-BCE89376BBD0}"/>
              </a:ext>
            </a:extLst>
          </p:cNvPr>
          <p:cNvSpPr txBox="1"/>
          <p:nvPr/>
        </p:nvSpPr>
        <p:spPr>
          <a:xfrm>
            <a:off x="1147281" y="1524000"/>
            <a:ext cx="8693648" cy="8679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latin typeface="Arial"/>
                <a:ea typeface="Calibri" panose="020F0502020204030204"/>
                <a:cs typeface="Arial"/>
              </a:rPr>
              <a:t>Per la 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parte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 di html, 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invece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, 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si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 è 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utilizzato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 I 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componenti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 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forniti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 da Bootstrap</a:t>
            </a:r>
            <a:endParaRPr lang="en-US" dirty="0"/>
          </a:p>
        </p:txBody>
      </p:sp>
      <p:pic>
        <p:nvPicPr>
          <p:cNvPr id="6" name="Picture 6" descr="A white letter on a purple square&#10;&#10;Description automatically generated">
            <a:extLst>
              <a:ext uri="{FF2B5EF4-FFF2-40B4-BE49-F238E27FC236}">
                <a16:creationId xmlns:a16="http://schemas.microsoft.com/office/drawing/2014/main" id="{F5F01C53-D120-8279-2DD0-A03FC7C9B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3228348"/>
            <a:ext cx="2743200" cy="2185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651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150AE9-1CAE-6AF4-0B8F-7CE27CE45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Start!</a:t>
            </a:r>
            <a:endParaRPr lang="en-US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93539FE-69A1-7A67-074A-C9724E17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2212" y="5631074"/>
            <a:ext cx="1249788" cy="12269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E01AB3-BE8A-39D8-0095-BCE89376BBD0}"/>
              </a:ext>
            </a:extLst>
          </p:cNvPr>
          <p:cNvSpPr txBox="1"/>
          <p:nvPr/>
        </p:nvSpPr>
        <p:spPr>
          <a:xfrm>
            <a:off x="1147281" y="1524000"/>
            <a:ext cx="8693648" cy="4801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latin typeface="Arial"/>
                <a:ea typeface="Calibri" panose="020F0502020204030204"/>
                <a:cs typeface="Arial"/>
              </a:rPr>
              <a:t>Per 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avviare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 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l'applicazione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 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clicca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 </a:t>
            </a:r>
            <a:r>
              <a:rPr lang="en-US" sz="2800" dirty="0" err="1">
                <a:latin typeface="Arial"/>
                <a:ea typeface="Calibri" panose="020F0502020204030204"/>
                <a:cs typeface="Arial"/>
              </a:rPr>
              <a:t>sul</a:t>
            </a:r>
            <a:r>
              <a:rPr lang="en-US" sz="2800" dirty="0">
                <a:latin typeface="Arial"/>
                <a:ea typeface="Calibri" panose="020F0502020204030204"/>
                <a:cs typeface="Arial"/>
              </a:rPr>
              <a:t> link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5545D2-24FD-AB9D-B3CC-7B0674AF82C7}"/>
              </a:ext>
            </a:extLst>
          </p:cNvPr>
          <p:cNvSpPr txBox="1"/>
          <p:nvPr/>
        </p:nvSpPr>
        <p:spPr>
          <a:xfrm>
            <a:off x="4531894" y="3479131"/>
            <a:ext cx="274320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2" algn="l"/>
            <a:r>
              <a:rPr lang="en-US" sz="4000" dirty="0">
                <a:ea typeface="Calibri"/>
                <a:cs typeface="Calibri"/>
                <a:hlinkClick r:id="rId3"/>
              </a:rPr>
              <a:t>Start!</a:t>
            </a:r>
            <a:endParaRPr lang="en-US" sz="4000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94598216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160</Words>
  <Application>Microsoft Office PowerPoint</Application>
  <PresentationFormat>Widescreen</PresentationFormat>
  <Paragraphs>50</Paragraphs>
  <Slides>12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Tema di Office</vt:lpstr>
      <vt:lpstr>FantaBasket</vt:lpstr>
      <vt:lpstr>Breve introduzione</vt:lpstr>
      <vt:lpstr>Scelte di gestione dei dati persistenti</vt:lpstr>
      <vt:lpstr>Perché Hibernate?</vt:lpstr>
      <vt:lpstr>Mapping delle entità/associazioni</vt:lpstr>
      <vt:lpstr>Strato dei Controller</vt:lpstr>
      <vt:lpstr>Java Servlet</vt:lpstr>
      <vt:lpstr>Sessione</vt:lpstr>
      <vt:lpstr>Front-end</vt:lpstr>
      <vt:lpstr>Front-end</vt:lpstr>
      <vt:lpstr>Bootstrap</vt:lpstr>
      <vt:lpstr>Start!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Scelte di gestione dei dati persistenti</dc:title>
  <dc:creator>Federico Mingarelli - federico.mingarelli@studio.unibo.it</dc:creator>
  <cp:lastModifiedBy>Federico Mingarelli - federico.mingarelli@studio.unibo.it</cp:lastModifiedBy>
  <cp:revision>61</cp:revision>
  <dcterms:created xsi:type="dcterms:W3CDTF">2023-07-15T12:12:07Z</dcterms:created>
  <dcterms:modified xsi:type="dcterms:W3CDTF">2023-07-17T07:36:19Z</dcterms:modified>
</cp:coreProperties>
</file>